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18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7E391C-86B5-4F0D-8A5A-F19DFB83706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D3F864-89C3-44A2-829C-66939C0AA8DF}">
      <dgm:prSet/>
      <dgm:spPr/>
      <dgm:t>
        <a:bodyPr/>
        <a:lstStyle/>
        <a:p>
          <a:r>
            <a:rPr lang="en-US"/>
            <a:t>Jornada fragmentada</a:t>
          </a:r>
        </a:p>
      </dgm:t>
    </dgm:pt>
    <dgm:pt modelId="{2F2FA2E7-3912-4629-836D-10A3A32DD49C}" type="parTrans" cxnId="{DF33EEDB-72D6-46C6-84A7-1C6DE4345723}">
      <dgm:prSet/>
      <dgm:spPr/>
      <dgm:t>
        <a:bodyPr/>
        <a:lstStyle/>
        <a:p>
          <a:endParaRPr lang="en-US"/>
        </a:p>
      </dgm:t>
    </dgm:pt>
    <dgm:pt modelId="{1D81A10E-177D-4E0D-85F2-163D1A3D339F}" type="sibTrans" cxnId="{DF33EEDB-72D6-46C6-84A7-1C6DE4345723}">
      <dgm:prSet/>
      <dgm:spPr/>
      <dgm:t>
        <a:bodyPr/>
        <a:lstStyle/>
        <a:p>
          <a:endParaRPr lang="en-US"/>
        </a:p>
      </dgm:t>
    </dgm:pt>
    <dgm:pt modelId="{3D307623-22AE-415F-B1B5-00A03DDA677E}">
      <dgm:prSet/>
      <dgm:spPr/>
      <dgm:t>
        <a:bodyPr/>
        <a:lstStyle/>
        <a:p>
          <a:r>
            <a:rPr lang="en-US"/>
            <a:t>Baixa acessibilidade</a:t>
          </a:r>
        </a:p>
      </dgm:t>
    </dgm:pt>
    <dgm:pt modelId="{D8CF4561-F6A3-455B-BC88-B97EAD15F7AB}" type="parTrans" cxnId="{0DCEE00A-5538-45AE-A225-CA0FFF381215}">
      <dgm:prSet/>
      <dgm:spPr/>
      <dgm:t>
        <a:bodyPr/>
        <a:lstStyle/>
        <a:p>
          <a:endParaRPr lang="en-US"/>
        </a:p>
      </dgm:t>
    </dgm:pt>
    <dgm:pt modelId="{B4A0F310-00A8-4D5A-8F96-4B78C6FA8A15}" type="sibTrans" cxnId="{0DCEE00A-5538-45AE-A225-CA0FFF381215}">
      <dgm:prSet/>
      <dgm:spPr/>
      <dgm:t>
        <a:bodyPr/>
        <a:lstStyle/>
        <a:p>
          <a:endParaRPr lang="en-US"/>
        </a:p>
      </dgm:t>
    </dgm:pt>
    <dgm:pt modelId="{2BFD4934-5507-42AD-B018-96FD88578437}">
      <dgm:prSet/>
      <dgm:spPr/>
      <dgm:t>
        <a:bodyPr/>
        <a:lstStyle/>
        <a:p>
          <a:r>
            <a:rPr lang="en-US"/>
            <a:t>Pouca continuidade clínica</a:t>
          </a:r>
        </a:p>
      </dgm:t>
    </dgm:pt>
    <dgm:pt modelId="{09706126-9E25-4BB2-B2A5-8772351AD5B9}" type="parTrans" cxnId="{138C8422-EC91-410B-902C-6B07FE47E1AD}">
      <dgm:prSet/>
      <dgm:spPr/>
      <dgm:t>
        <a:bodyPr/>
        <a:lstStyle/>
        <a:p>
          <a:endParaRPr lang="en-US"/>
        </a:p>
      </dgm:t>
    </dgm:pt>
    <dgm:pt modelId="{4586DE75-F526-4AD4-BC1B-2A0C6B336B60}" type="sibTrans" cxnId="{138C8422-EC91-410B-902C-6B07FE47E1AD}">
      <dgm:prSet/>
      <dgm:spPr/>
      <dgm:t>
        <a:bodyPr/>
        <a:lstStyle/>
        <a:p>
          <a:endParaRPr lang="en-US"/>
        </a:p>
      </dgm:t>
    </dgm:pt>
    <dgm:pt modelId="{24D9F484-54D9-40FA-B15B-C20570EAAFD1}" type="pres">
      <dgm:prSet presAssocID="{E17E391C-86B5-4F0D-8A5A-F19DFB83706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EFF8D1C-7BFE-4767-BD30-D446CBE3D0C1}" type="pres">
      <dgm:prSet presAssocID="{93D3F864-89C3-44A2-829C-66939C0AA8DF}" presName="hierRoot1" presStyleCnt="0"/>
      <dgm:spPr/>
    </dgm:pt>
    <dgm:pt modelId="{7404C387-A279-4D50-ABE1-C078ABCEC840}" type="pres">
      <dgm:prSet presAssocID="{93D3F864-89C3-44A2-829C-66939C0AA8DF}" presName="composite" presStyleCnt="0"/>
      <dgm:spPr/>
    </dgm:pt>
    <dgm:pt modelId="{0D8444B4-8694-4D65-A0A9-C6660AA2ABD4}" type="pres">
      <dgm:prSet presAssocID="{93D3F864-89C3-44A2-829C-66939C0AA8DF}" presName="background" presStyleLbl="node0" presStyleIdx="0" presStyleCnt="3"/>
      <dgm:spPr/>
    </dgm:pt>
    <dgm:pt modelId="{415C3A88-928A-40CF-8BAF-1931999D6D0E}" type="pres">
      <dgm:prSet presAssocID="{93D3F864-89C3-44A2-829C-66939C0AA8DF}" presName="text" presStyleLbl="fgAcc0" presStyleIdx="0" presStyleCnt="3">
        <dgm:presLayoutVars>
          <dgm:chPref val="3"/>
        </dgm:presLayoutVars>
      </dgm:prSet>
      <dgm:spPr/>
    </dgm:pt>
    <dgm:pt modelId="{B637CC7A-E58A-4D5B-AA26-9290552FB4D3}" type="pres">
      <dgm:prSet presAssocID="{93D3F864-89C3-44A2-829C-66939C0AA8DF}" presName="hierChild2" presStyleCnt="0"/>
      <dgm:spPr/>
    </dgm:pt>
    <dgm:pt modelId="{18ED47A8-0D52-42EC-A2B8-3E355842CD18}" type="pres">
      <dgm:prSet presAssocID="{3D307623-22AE-415F-B1B5-00A03DDA677E}" presName="hierRoot1" presStyleCnt="0"/>
      <dgm:spPr/>
    </dgm:pt>
    <dgm:pt modelId="{6DC52CAC-93E9-44D8-9664-A668B464F13F}" type="pres">
      <dgm:prSet presAssocID="{3D307623-22AE-415F-B1B5-00A03DDA677E}" presName="composite" presStyleCnt="0"/>
      <dgm:spPr/>
    </dgm:pt>
    <dgm:pt modelId="{EC615689-FE5E-4700-B23C-6E1B07366472}" type="pres">
      <dgm:prSet presAssocID="{3D307623-22AE-415F-B1B5-00A03DDA677E}" presName="background" presStyleLbl="node0" presStyleIdx="1" presStyleCnt="3"/>
      <dgm:spPr/>
    </dgm:pt>
    <dgm:pt modelId="{7DF87B79-203A-4E6C-9FFF-55FCCF79C9FB}" type="pres">
      <dgm:prSet presAssocID="{3D307623-22AE-415F-B1B5-00A03DDA677E}" presName="text" presStyleLbl="fgAcc0" presStyleIdx="1" presStyleCnt="3">
        <dgm:presLayoutVars>
          <dgm:chPref val="3"/>
        </dgm:presLayoutVars>
      </dgm:prSet>
      <dgm:spPr/>
    </dgm:pt>
    <dgm:pt modelId="{9F7EAD94-C720-4937-8EB9-E7B1133734BE}" type="pres">
      <dgm:prSet presAssocID="{3D307623-22AE-415F-B1B5-00A03DDA677E}" presName="hierChild2" presStyleCnt="0"/>
      <dgm:spPr/>
    </dgm:pt>
    <dgm:pt modelId="{27B0F365-79CA-402A-87D6-FEBDF8320096}" type="pres">
      <dgm:prSet presAssocID="{2BFD4934-5507-42AD-B018-96FD88578437}" presName="hierRoot1" presStyleCnt="0"/>
      <dgm:spPr/>
    </dgm:pt>
    <dgm:pt modelId="{143ACC5B-11DA-4DF3-B52C-DBE733D9E14C}" type="pres">
      <dgm:prSet presAssocID="{2BFD4934-5507-42AD-B018-96FD88578437}" presName="composite" presStyleCnt="0"/>
      <dgm:spPr/>
    </dgm:pt>
    <dgm:pt modelId="{9EAAE583-3E78-459E-8D93-1132033EEAAC}" type="pres">
      <dgm:prSet presAssocID="{2BFD4934-5507-42AD-B018-96FD88578437}" presName="background" presStyleLbl="node0" presStyleIdx="2" presStyleCnt="3"/>
      <dgm:spPr/>
    </dgm:pt>
    <dgm:pt modelId="{11B9F362-B9B9-4F27-905F-D837D6732009}" type="pres">
      <dgm:prSet presAssocID="{2BFD4934-5507-42AD-B018-96FD88578437}" presName="text" presStyleLbl="fgAcc0" presStyleIdx="2" presStyleCnt="3">
        <dgm:presLayoutVars>
          <dgm:chPref val="3"/>
        </dgm:presLayoutVars>
      </dgm:prSet>
      <dgm:spPr/>
    </dgm:pt>
    <dgm:pt modelId="{ADC04D51-1132-45C4-91E0-FA93D1E2733C}" type="pres">
      <dgm:prSet presAssocID="{2BFD4934-5507-42AD-B018-96FD88578437}" presName="hierChild2" presStyleCnt="0"/>
      <dgm:spPr/>
    </dgm:pt>
  </dgm:ptLst>
  <dgm:cxnLst>
    <dgm:cxn modelId="{0DCEE00A-5538-45AE-A225-CA0FFF381215}" srcId="{E17E391C-86B5-4F0D-8A5A-F19DFB83706D}" destId="{3D307623-22AE-415F-B1B5-00A03DDA677E}" srcOrd="1" destOrd="0" parTransId="{D8CF4561-F6A3-455B-BC88-B97EAD15F7AB}" sibTransId="{B4A0F310-00A8-4D5A-8F96-4B78C6FA8A15}"/>
    <dgm:cxn modelId="{79991810-17FD-4ABC-B306-969DD813C954}" type="presOf" srcId="{2BFD4934-5507-42AD-B018-96FD88578437}" destId="{11B9F362-B9B9-4F27-905F-D837D6732009}" srcOrd="0" destOrd="0" presId="urn:microsoft.com/office/officeart/2005/8/layout/hierarchy1"/>
    <dgm:cxn modelId="{138C8422-EC91-410B-902C-6B07FE47E1AD}" srcId="{E17E391C-86B5-4F0D-8A5A-F19DFB83706D}" destId="{2BFD4934-5507-42AD-B018-96FD88578437}" srcOrd="2" destOrd="0" parTransId="{09706126-9E25-4BB2-B2A5-8772351AD5B9}" sibTransId="{4586DE75-F526-4AD4-BC1B-2A0C6B336B60}"/>
    <dgm:cxn modelId="{66A3474D-CD01-493E-9D85-7CEEDBA79D09}" type="presOf" srcId="{E17E391C-86B5-4F0D-8A5A-F19DFB83706D}" destId="{24D9F484-54D9-40FA-B15B-C20570EAAFD1}" srcOrd="0" destOrd="0" presId="urn:microsoft.com/office/officeart/2005/8/layout/hierarchy1"/>
    <dgm:cxn modelId="{DF33EEDB-72D6-46C6-84A7-1C6DE4345723}" srcId="{E17E391C-86B5-4F0D-8A5A-F19DFB83706D}" destId="{93D3F864-89C3-44A2-829C-66939C0AA8DF}" srcOrd="0" destOrd="0" parTransId="{2F2FA2E7-3912-4629-836D-10A3A32DD49C}" sibTransId="{1D81A10E-177D-4E0D-85F2-163D1A3D339F}"/>
    <dgm:cxn modelId="{4A3331DF-D03F-4006-BF10-D990655BD240}" type="presOf" srcId="{3D307623-22AE-415F-B1B5-00A03DDA677E}" destId="{7DF87B79-203A-4E6C-9FFF-55FCCF79C9FB}" srcOrd="0" destOrd="0" presId="urn:microsoft.com/office/officeart/2005/8/layout/hierarchy1"/>
    <dgm:cxn modelId="{60391BF9-8C39-4EF0-8653-EE0890DCADC3}" type="presOf" srcId="{93D3F864-89C3-44A2-829C-66939C0AA8DF}" destId="{415C3A88-928A-40CF-8BAF-1931999D6D0E}" srcOrd="0" destOrd="0" presId="urn:microsoft.com/office/officeart/2005/8/layout/hierarchy1"/>
    <dgm:cxn modelId="{6C1329C0-2BD4-4478-91C1-FB86C2450B35}" type="presParOf" srcId="{24D9F484-54D9-40FA-B15B-C20570EAAFD1}" destId="{AEFF8D1C-7BFE-4767-BD30-D446CBE3D0C1}" srcOrd="0" destOrd="0" presId="urn:microsoft.com/office/officeart/2005/8/layout/hierarchy1"/>
    <dgm:cxn modelId="{5C0DF642-7B31-4070-930E-92AD6635CC69}" type="presParOf" srcId="{AEFF8D1C-7BFE-4767-BD30-D446CBE3D0C1}" destId="{7404C387-A279-4D50-ABE1-C078ABCEC840}" srcOrd="0" destOrd="0" presId="urn:microsoft.com/office/officeart/2005/8/layout/hierarchy1"/>
    <dgm:cxn modelId="{B1E8B8B7-F188-4A00-AEEB-382A2D82D9D4}" type="presParOf" srcId="{7404C387-A279-4D50-ABE1-C078ABCEC840}" destId="{0D8444B4-8694-4D65-A0A9-C6660AA2ABD4}" srcOrd="0" destOrd="0" presId="urn:microsoft.com/office/officeart/2005/8/layout/hierarchy1"/>
    <dgm:cxn modelId="{D164381F-36CC-4C80-80BF-FF6510ADB710}" type="presParOf" srcId="{7404C387-A279-4D50-ABE1-C078ABCEC840}" destId="{415C3A88-928A-40CF-8BAF-1931999D6D0E}" srcOrd="1" destOrd="0" presId="urn:microsoft.com/office/officeart/2005/8/layout/hierarchy1"/>
    <dgm:cxn modelId="{3DFD6AE1-E839-4B22-9355-5B67BCBA2A14}" type="presParOf" srcId="{AEFF8D1C-7BFE-4767-BD30-D446CBE3D0C1}" destId="{B637CC7A-E58A-4D5B-AA26-9290552FB4D3}" srcOrd="1" destOrd="0" presId="urn:microsoft.com/office/officeart/2005/8/layout/hierarchy1"/>
    <dgm:cxn modelId="{E4058902-F8E8-45CA-AE33-FC3C90C41F10}" type="presParOf" srcId="{24D9F484-54D9-40FA-B15B-C20570EAAFD1}" destId="{18ED47A8-0D52-42EC-A2B8-3E355842CD18}" srcOrd="1" destOrd="0" presId="urn:microsoft.com/office/officeart/2005/8/layout/hierarchy1"/>
    <dgm:cxn modelId="{D1DB9109-E721-4026-ACA5-E6460B423852}" type="presParOf" srcId="{18ED47A8-0D52-42EC-A2B8-3E355842CD18}" destId="{6DC52CAC-93E9-44D8-9664-A668B464F13F}" srcOrd="0" destOrd="0" presId="urn:microsoft.com/office/officeart/2005/8/layout/hierarchy1"/>
    <dgm:cxn modelId="{EF7E1462-057F-47B8-8132-D005E1557841}" type="presParOf" srcId="{6DC52CAC-93E9-44D8-9664-A668B464F13F}" destId="{EC615689-FE5E-4700-B23C-6E1B07366472}" srcOrd="0" destOrd="0" presId="urn:microsoft.com/office/officeart/2005/8/layout/hierarchy1"/>
    <dgm:cxn modelId="{B61CEB0F-2E10-4439-A33D-D954B2526305}" type="presParOf" srcId="{6DC52CAC-93E9-44D8-9664-A668B464F13F}" destId="{7DF87B79-203A-4E6C-9FFF-55FCCF79C9FB}" srcOrd="1" destOrd="0" presId="urn:microsoft.com/office/officeart/2005/8/layout/hierarchy1"/>
    <dgm:cxn modelId="{B273C721-9A49-4961-9BB6-B26813DB6FA1}" type="presParOf" srcId="{18ED47A8-0D52-42EC-A2B8-3E355842CD18}" destId="{9F7EAD94-C720-4937-8EB9-E7B1133734BE}" srcOrd="1" destOrd="0" presId="urn:microsoft.com/office/officeart/2005/8/layout/hierarchy1"/>
    <dgm:cxn modelId="{70B9FFE9-861E-4DB1-A142-99D410BA9516}" type="presParOf" srcId="{24D9F484-54D9-40FA-B15B-C20570EAAFD1}" destId="{27B0F365-79CA-402A-87D6-FEBDF8320096}" srcOrd="2" destOrd="0" presId="urn:microsoft.com/office/officeart/2005/8/layout/hierarchy1"/>
    <dgm:cxn modelId="{9616AD2F-921D-444E-9C83-90BEA92112DD}" type="presParOf" srcId="{27B0F365-79CA-402A-87D6-FEBDF8320096}" destId="{143ACC5B-11DA-4DF3-B52C-DBE733D9E14C}" srcOrd="0" destOrd="0" presId="urn:microsoft.com/office/officeart/2005/8/layout/hierarchy1"/>
    <dgm:cxn modelId="{59EE86A6-BB8E-48FE-A649-020F753C9897}" type="presParOf" srcId="{143ACC5B-11DA-4DF3-B52C-DBE733D9E14C}" destId="{9EAAE583-3E78-459E-8D93-1132033EEAAC}" srcOrd="0" destOrd="0" presId="urn:microsoft.com/office/officeart/2005/8/layout/hierarchy1"/>
    <dgm:cxn modelId="{AB302DF4-2B7B-4033-827E-65C345624E1B}" type="presParOf" srcId="{143ACC5B-11DA-4DF3-B52C-DBE733D9E14C}" destId="{11B9F362-B9B9-4F27-905F-D837D6732009}" srcOrd="1" destOrd="0" presId="urn:microsoft.com/office/officeart/2005/8/layout/hierarchy1"/>
    <dgm:cxn modelId="{245B2ABD-35D8-4547-8383-EA0B7DBEF362}" type="presParOf" srcId="{27B0F365-79CA-402A-87D6-FEBDF8320096}" destId="{ADC04D51-1132-45C4-91E0-FA93D1E273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E6041D-0F6A-48F4-A7F7-6C14BAE902F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7D3ECD-9F3D-45CA-B6CF-E6A83BD148B5}">
      <dgm:prSet/>
      <dgm:spPr/>
      <dgm:t>
        <a:bodyPr/>
        <a:lstStyle/>
        <a:p>
          <a:r>
            <a:rPr lang="en-US"/>
            <a:t>Plataforma digital integrada</a:t>
          </a:r>
        </a:p>
      </dgm:t>
    </dgm:pt>
    <dgm:pt modelId="{B21B3819-42F9-409F-879A-BC948A3AA162}" type="parTrans" cxnId="{214A4F58-931F-4A52-A259-60856A99F051}">
      <dgm:prSet/>
      <dgm:spPr/>
      <dgm:t>
        <a:bodyPr/>
        <a:lstStyle/>
        <a:p>
          <a:endParaRPr lang="en-US"/>
        </a:p>
      </dgm:t>
    </dgm:pt>
    <dgm:pt modelId="{5AC8EE89-614A-4854-96DD-C19D525E5891}" type="sibTrans" cxnId="{214A4F58-931F-4A52-A259-60856A99F051}">
      <dgm:prSet/>
      <dgm:spPr/>
      <dgm:t>
        <a:bodyPr/>
        <a:lstStyle/>
        <a:p>
          <a:endParaRPr lang="en-US"/>
        </a:p>
      </dgm:t>
    </dgm:pt>
    <dgm:pt modelId="{99272BFB-D6C6-419B-A503-44FE63C837F1}">
      <dgm:prSet/>
      <dgm:spPr/>
      <dgm:t>
        <a:bodyPr/>
        <a:lstStyle/>
        <a:p>
          <a:r>
            <a:rPr lang="en-US"/>
            <a:t>IA como acelerador</a:t>
          </a:r>
        </a:p>
      </dgm:t>
    </dgm:pt>
    <dgm:pt modelId="{7B69CAFA-16C2-449C-9222-B2F9A5B562FD}" type="parTrans" cxnId="{E78F8E83-1EB5-4A32-BBD7-5E785A77D8C2}">
      <dgm:prSet/>
      <dgm:spPr/>
      <dgm:t>
        <a:bodyPr/>
        <a:lstStyle/>
        <a:p>
          <a:endParaRPr lang="en-US"/>
        </a:p>
      </dgm:t>
    </dgm:pt>
    <dgm:pt modelId="{A9D8C845-05C3-481B-83D1-1FDDE7EE6AF9}" type="sibTrans" cxnId="{E78F8E83-1EB5-4A32-BBD7-5E785A77D8C2}">
      <dgm:prSet/>
      <dgm:spPr/>
      <dgm:t>
        <a:bodyPr/>
        <a:lstStyle/>
        <a:p>
          <a:endParaRPr lang="en-US"/>
        </a:p>
      </dgm:t>
    </dgm:pt>
    <dgm:pt modelId="{C6E24505-241E-4E44-89F3-D394D13DF55A}">
      <dgm:prSet/>
      <dgm:spPr/>
      <dgm:t>
        <a:bodyPr/>
        <a:lstStyle/>
        <a:p>
          <a:r>
            <a:rPr lang="en-US"/>
            <a:t>Acolhimento humano</a:t>
          </a:r>
        </a:p>
      </dgm:t>
    </dgm:pt>
    <dgm:pt modelId="{2B297872-1722-4749-941D-BD585D441037}" type="parTrans" cxnId="{C4841889-C84D-4B74-AB6F-541592A4A0A6}">
      <dgm:prSet/>
      <dgm:spPr/>
      <dgm:t>
        <a:bodyPr/>
        <a:lstStyle/>
        <a:p>
          <a:endParaRPr lang="en-US"/>
        </a:p>
      </dgm:t>
    </dgm:pt>
    <dgm:pt modelId="{C62668B3-F125-43CD-A07A-D96F1C8550C5}" type="sibTrans" cxnId="{C4841889-C84D-4B74-AB6F-541592A4A0A6}">
      <dgm:prSet/>
      <dgm:spPr/>
      <dgm:t>
        <a:bodyPr/>
        <a:lstStyle/>
        <a:p>
          <a:endParaRPr lang="en-US"/>
        </a:p>
      </dgm:t>
    </dgm:pt>
    <dgm:pt modelId="{C4F605B6-9440-416C-8A49-FFA562B157B7}" type="pres">
      <dgm:prSet presAssocID="{01E6041D-0F6A-48F4-A7F7-6C14BAE902FC}" presName="linear" presStyleCnt="0">
        <dgm:presLayoutVars>
          <dgm:dir/>
          <dgm:animLvl val="lvl"/>
          <dgm:resizeHandles val="exact"/>
        </dgm:presLayoutVars>
      </dgm:prSet>
      <dgm:spPr/>
    </dgm:pt>
    <dgm:pt modelId="{41F81676-3E55-4FA2-B5B0-47EC96251D72}" type="pres">
      <dgm:prSet presAssocID="{FF7D3ECD-9F3D-45CA-B6CF-E6A83BD148B5}" presName="parentLin" presStyleCnt="0"/>
      <dgm:spPr/>
    </dgm:pt>
    <dgm:pt modelId="{B7431420-24B3-40E1-8BD1-F9B21DA335A3}" type="pres">
      <dgm:prSet presAssocID="{FF7D3ECD-9F3D-45CA-B6CF-E6A83BD148B5}" presName="parentLeftMargin" presStyleLbl="node1" presStyleIdx="0" presStyleCnt="3"/>
      <dgm:spPr/>
    </dgm:pt>
    <dgm:pt modelId="{2A0F6A78-A84F-471A-A2C4-133CC5A1D0F4}" type="pres">
      <dgm:prSet presAssocID="{FF7D3ECD-9F3D-45CA-B6CF-E6A83BD148B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F92619-BE46-4F05-8E10-F8CE175E1F3A}" type="pres">
      <dgm:prSet presAssocID="{FF7D3ECD-9F3D-45CA-B6CF-E6A83BD148B5}" presName="negativeSpace" presStyleCnt="0"/>
      <dgm:spPr/>
    </dgm:pt>
    <dgm:pt modelId="{651D426A-CBA8-49EA-9DF1-C1AFB755A853}" type="pres">
      <dgm:prSet presAssocID="{FF7D3ECD-9F3D-45CA-B6CF-E6A83BD148B5}" presName="childText" presStyleLbl="conFgAcc1" presStyleIdx="0" presStyleCnt="3">
        <dgm:presLayoutVars>
          <dgm:bulletEnabled val="1"/>
        </dgm:presLayoutVars>
      </dgm:prSet>
      <dgm:spPr/>
    </dgm:pt>
    <dgm:pt modelId="{A7E47C22-C58A-42E7-95C1-5E98B58A0150}" type="pres">
      <dgm:prSet presAssocID="{5AC8EE89-614A-4854-96DD-C19D525E5891}" presName="spaceBetweenRectangles" presStyleCnt="0"/>
      <dgm:spPr/>
    </dgm:pt>
    <dgm:pt modelId="{39D8B47C-5F75-4D15-A31D-A658ABA1257F}" type="pres">
      <dgm:prSet presAssocID="{99272BFB-D6C6-419B-A503-44FE63C837F1}" presName="parentLin" presStyleCnt="0"/>
      <dgm:spPr/>
    </dgm:pt>
    <dgm:pt modelId="{96F1F02D-E97B-404F-A8AD-54D04F1A3AA8}" type="pres">
      <dgm:prSet presAssocID="{99272BFB-D6C6-419B-A503-44FE63C837F1}" presName="parentLeftMargin" presStyleLbl="node1" presStyleIdx="0" presStyleCnt="3"/>
      <dgm:spPr/>
    </dgm:pt>
    <dgm:pt modelId="{CC34DCCB-3D8F-42FD-8C9A-067C38232EA1}" type="pres">
      <dgm:prSet presAssocID="{99272BFB-D6C6-419B-A503-44FE63C837F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604C77-5A81-4E74-B282-099E89116637}" type="pres">
      <dgm:prSet presAssocID="{99272BFB-D6C6-419B-A503-44FE63C837F1}" presName="negativeSpace" presStyleCnt="0"/>
      <dgm:spPr/>
    </dgm:pt>
    <dgm:pt modelId="{D7B14095-ED96-47F6-87C6-A439085A29C8}" type="pres">
      <dgm:prSet presAssocID="{99272BFB-D6C6-419B-A503-44FE63C837F1}" presName="childText" presStyleLbl="conFgAcc1" presStyleIdx="1" presStyleCnt="3">
        <dgm:presLayoutVars>
          <dgm:bulletEnabled val="1"/>
        </dgm:presLayoutVars>
      </dgm:prSet>
      <dgm:spPr/>
    </dgm:pt>
    <dgm:pt modelId="{88BCBD46-7F47-47FA-B28F-DF9AB32EA4D3}" type="pres">
      <dgm:prSet presAssocID="{A9D8C845-05C3-481B-83D1-1FDDE7EE6AF9}" presName="spaceBetweenRectangles" presStyleCnt="0"/>
      <dgm:spPr/>
    </dgm:pt>
    <dgm:pt modelId="{A654D335-4DAC-41E4-8BF8-D05CCE6A65F3}" type="pres">
      <dgm:prSet presAssocID="{C6E24505-241E-4E44-89F3-D394D13DF55A}" presName="parentLin" presStyleCnt="0"/>
      <dgm:spPr/>
    </dgm:pt>
    <dgm:pt modelId="{4AD9DFBE-74FE-47F8-B1E1-39363BFF022C}" type="pres">
      <dgm:prSet presAssocID="{C6E24505-241E-4E44-89F3-D394D13DF55A}" presName="parentLeftMargin" presStyleLbl="node1" presStyleIdx="1" presStyleCnt="3"/>
      <dgm:spPr/>
    </dgm:pt>
    <dgm:pt modelId="{521ABD01-065B-452A-B432-674184C7D81A}" type="pres">
      <dgm:prSet presAssocID="{C6E24505-241E-4E44-89F3-D394D13DF55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1C70111-22F8-4CD4-862E-51022A3D9C2C}" type="pres">
      <dgm:prSet presAssocID="{C6E24505-241E-4E44-89F3-D394D13DF55A}" presName="negativeSpace" presStyleCnt="0"/>
      <dgm:spPr/>
    </dgm:pt>
    <dgm:pt modelId="{12AB08EE-918C-4DFC-93BF-AC249CC4E0A9}" type="pres">
      <dgm:prSet presAssocID="{C6E24505-241E-4E44-89F3-D394D13DF55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4EFAF39-6159-4D60-A049-139A3F954EEC}" type="presOf" srcId="{99272BFB-D6C6-419B-A503-44FE63C837F1}" destId="{96F1F02D-E97B-404F-A8AD-54D04F1A3AA8}" srcOrd="0" destOrd="0" presId="urn:microsoft.com/office/officeart/2005/8/layout/list1"/>
    <dgm:cxn modelId="{2A082967-9F09-4AE3-912F-1BDFDAFDD368}" type="presOf" srcId="{99272BFB-D6C6-419B-A503-44FE63C837F1}" destId="{CC34DCCB-3D8F-42FD-8C9A-067C38232EA1}" srcOrd="1" destOrd="0" presId="urn:microsoft.com/office/officeart/2005/8/layout/list1"/>
    <dgm:cxn modelId="{02500956-393E-49BB-A010-889A2AC88C21}" type="presOf" srcId="{01E6041D-0F6A-48F4-A7F7-6C14BAE902FC}" destId="{C4F605B6-9440-416C-8A49-FFA562B157B7}" srcOrd="0" destOrd="0" presId="urn:microsoft.com/office/officeart/2005/8/layout/list1"/>
    <dgm:cxn modelId="{A1D21777-EF4C-4691-BA27-8AAF823C5B28}" type="presOf" srcId="{FF7D3ECD-9F3D-45CA-B6CF-E6A83BD148B5}" destId="{B7431420-24B3-40E1-8BD1-F9B21DA335A3}" srcOrd="0" destOrd="0" presId="urn:microsoft.com/office/officeart/2005/8/layout/list1"/>
    <dgm:cxn modelId="{214A4F58-931F-4A52-A259-60856A99F051}" srcId="{01E6041D-0F6A-48F4-A7F7-6C14BAE902FC}" destId="{FF7D3ECD-9F3D-45CA-B6CF-E6A83BD148B5}" srcOrd="0" destOrd="0" parTransId="{B21B3819-42F9-409F-879A-BC948A3AA162}" sibTransId="{5AC8EE89-614A-4854-96DD-C19D525E5891}"/>
    <dgm:cxn modelId="{E78F8E83-1EB5-4A32-BBD7-5E785A77D8C2}" srcId="{01E6041D-0F6A-48F4-A7F7-6C14BAE902FC}" destId="{99272BFB-D6C6-419B-A503-44FE63C837F1}" srcOrd="1" destOrd="0" parTransId="{7B69CAFA-16C2-449C-9222-B2F9A5B562FD}" sibTransId="{A9D8C845-05C3-481B-83D1-1FDDE7EE6AF9}"/>
    <dgm:cxn modelId="{C4841889-C84D-4B74-AB6F-541592A4A0A6}" srcId="{01E6041D-0F6A-48F4-A7F7-6C14BAE902FC}" destId="{C6E24505-241E-4E44-89F3-D394D13DF55A}" srcOrd="2" destOrd="0" parTransId="{2B297872-1722-4749-941D-BD585D441037}" sibTransId="{C62668B3-F125-43CD-A07A-D96F1C8550C5}"/>
    <dgm:cxn modelId="{413DD094-4E36-4475-A67C-BA39E847DF67}" type="presOf" srcId="{C6E24505-241E-4E44-89F3-D394D13DF55A}" destId="{4AD9DFBE-74FE-47F8-B1E1-39363BFF022C}" srcOrd="0" destOrd="0" presId="urn:microsoft.com/office/officeart/2005/8/layout/list1"/>
    <dgm:cxn modelId="{612CF79B-B400-4BCA-BDF7-5699033D32F5}" type="presOf" srcId="{FF7D3ECD-9F3D-45CA-B6CF-E6A83BD148B5}" destId="{2A0F6A78-A84F-471A-A2C4-133CC5A1D0F4}" srcOrd="1" destOrd="0" presId="urn:microsoft.com/office/officeart/2005/8/layout/list1"/>
    <dgm:cxn modelId="{6784F2D8-2484-4C16-8D5C-78C83F10711E}" type="presOf" srcId="{C6E24505-241E-4E44-89F3-D394D13DF55A}" destId="{521ABD01-065B-452A-B432-674184C7D81A}" srcOrd="1" destOrd="0" presId="urn:microsoft.com/office/officeart/2005/8/layout/list1"/>
    <dgm:cxn modelId="{0A4DB989-AFC6-4BC2-8122-57CDF5E98A4E}" type="presParOf" srcId="{C4F605B6-9440-416C-8A49-FFA562B157B7}" destId="{41F81676-3E55-4FA2-B5B0-47EC96251D72}" srcOrd="0" destOrd="0" presId="urn:microsoft.com/office/officeart/2005/8/layout/list1"/>
    <dgm:cxn modelId="{86CC9064-E3A9-40E1-BC89-7E57BD5B4798}" type="presParOf" srcId="{41F81676-3E55-4FA2-B5B0-47EC96251D72}" destId="{B7431420-24B3-40E1-8BD1-F9B21DA335A3}" srcOrd="0" destOrd="0" presId="urn:microsoft.com/office/officeart/2005/8/layout/list1"/>
    <dgm:cxn modelId="{B31E6923-43DC-4C49-896E-9A6E2006B66E}" type="presParOf" srcId="{41F81676-3E55-4FA2-B5B0-47EC96251D72}" destId="{2A0F6A78-A84F-471A-A2C4-133CC5A1D0F4}" srcOrd="1" destOrd="0" presId="urn:microsoft.com/office/officeart/2005/8/layout/list1"/>
    <dgm:cxn modelId="{498BB64A-B096-45B8-BAA0-4BCD7918D83B}" type="presParOf" srcId="{C4F605B6-9440-416C-8A49-FFA562B157B7}" destId="{BBF92619-BE46-4F05-8E10-F8CE175E1F3A}" srcOrd="1" destOrd="0" presId="urn:microsoft.com/office/officeart/2005/8/layout/list1"/>
    <dgm:cxn modelId="{2008668E-A95F-45BA-B2EA-CB8AF9B4C9C3}" type="presParOf" srcId="{C4F605B6-9440-416C-8A49-FFA562B157B7}" destId="{651D426A-CBA8-49EA-9DF1-C1AFB755A853}" srcOrd="2" destOrd="0" presId="urn:microsoft.com/office/officeart/2005/8/layout/list1"/>
    <dgm:cxn modelId="{ED57C4A2-377E-4CC5-9507-55EFB09220C3}" type="presParOf" srcId="{C4F605B6-9440-416C-8A49-FFA562B157B7}" destId="{A7E47C22-C58A-42E7-95C1-5E98B58A0150}" srcOrd="3" destOrd="0" presId="urn:microsoft.com/office/officeart/2005/8/layout/list1"/>
    <dgm:cxn modelId="{775F8F30-21D5-4460-8EC0-6C895D747377}" type="presParOf" srcId="{C4F605B6-9440-416C-8A49-FFA562B157B7}" destId="{39D8B47C-5F75-4D15-A31D-A658ABA1257F}" srcOrd="4" destOrd="0" presId="urn:microsoft.com/office/officeart/2005/8/layout/list1"/>
    <dgm:cxn modelId="{70F56B39-5EF2-444D-9362-119BC045A932}" type="presParOf" srcId="{39D8B47C-5F75-4D15-A31D-A658ABA1257F}" destId="{96F1F02D-E97B-404F-A8AD-54D04F1A3AA8}" srcOrd="0" destOrd="0" presId="urn:microsoft.com/office/officeart/2005/8/layout/list1"/>
    <dgm:cxn modelId="{EF6E6BAF-7CFA-47A5-A3EC-63DFF585D0F3}" type="presParOf" srcId="{39D8B47C-5F75-4D15-A31D-A658ABA1257F}" destId="{CC34DCCB-3D8F-42FD-8C9A-067C38232EA1}" srcOrd="1" destOrd="0" presId="urn:microsoft.com/office/officeart/2005/8/layout/list1"/>
    <dgm:cxn modelId="{3E549F26-A9B6-469F-9F41-B483CC39375E}" type="presParOf" srcId="{C4F605B6-9440-416C-8A49-FFA562B157B7}" destId="{17604C77-5A81-4E74-B282-099E89116637}" srcOrd="5" destOrd="0" presId="urn:microsoft.com/office/officeart/2005/8/layout/list1"/>
    <dgm:cxn modelId="{F0D4AA9E-D4F6-49F7-B688-8ED5FE24CB70}" type="presParOf" srcId="{C4F605B6-9440-416C-8A49-FFA562B157B7}" destId="{D7B14095-ED96-47F6-87C6-A439085A29C8}" srcOrd="6" destOrd="0" presId="urn:microsoft.com/office/officeart/2005/8/layout/list1"/>
    <dgm:cxn modelId="{37505C2E-B080-4EE5-AB01-F7F688DA42A4}" type="presParOf" srcId="{C4F605B6-9440-416C-8A49-FFA562B157B7}" destId="{88BCBD46-7F47-47FA-B28F-DF9AB32EA4D3}" srcOrd="7" destOrd="0" presId="urn:microsoft.com/office/officeart/2005/8/layout/list1"/>
    <dgm:cxn modelId="{836ACE80-A82B-4EAF-A58A-AA3CA8967CB0}" type="presParOf" srcId="{C4F605B6-9440-416C-8A49-FFA562B157B7}" destId="{A654D335-4DAC-41E4-8BF8-D05CCE6A65F3}" srcOrd="8" destOrd="0" presId="urn:microsoft.com/office/officeart/2005/8/layout/list1"/>
    <dgm:cxn modelId="{AC88E6DA-6DC6-4C03-A4C2-12C94B797B32}" type="presParOf" srcId="{A654D335-4DAC-41E4-8BF8-D05CCE6A65F3}" destId="{4AD9DFBE-74FE-47F8-B1E1-39363BFF022C}" srcOrd="0" destOrd="0" presId="urn:microsoft.com/office/officeart/2005/8/layout/list1"/>
    <dgm:cxn modelId="{5E04F5B7-F40F-40BA-8F9F-93D18552A066}" type="presParOf" srcId="{A654D335-4DAC-41E4-8BF8-D05CCE6A65F3}" destId="{521ABD01-065B-452A-B432-674184C7D81A}" srcOrd="1" destOrd="0" presId="urn:microsoft.com/office/officeart/2005/8/layout/list1"/>
    <dgm:cxn modelId="{C14B2D95-E01A-4896-8594-FD6E8DC5BB20}" type="presParOf" srcId="{C4F605B6-9440-416C-8A49-FFA562B157B7}" destId="{C1C70111-22F8-4CD4-862E-51022A3D9C2C}" srcOrd="9" destOrd="0" presId="urn:microsoft.com/office/officeart/2005/8/layout/list1"/>
    <dgm:cxn modelId="{9FECAE0F-252D-47BD-B8F9-78E7CD470C84}" type="presParOf" srcId="{C4F605B6-9440-416C-8A49-FFA562B157B7}" destId="{12AB08EE-918C-4DFC-93BF-AC249CC4E0A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00F8AC-6319-4EB0-8E8A-E87F45874B33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A5C3F37-949E-46DB-BCBE-67CE875EE9A1}">
      <dgm:prSet/>
      <dgm:spPr/>
      <dgm:t>
        <a:bodyPr/>
        <a:lstStyle/>
        <a:p>
          <a:r>
            <a:rPr lang="en-US"/>
            <a:t>Pacientes</a:t>
          </a:r>
        </a:p>
      </dgm:t>
    </dgm:pt>
    <dgm:pt modelId="{A9A7DA40-C8D2-4D82-92F9-D2779F3B493D}" type="parTrans" cxnId="{28CB97E5-6CD2-48DE-A23E-4EC9C6012A0C}">
      <dgm:prSet/>
      <dgm:spPr/>
      <dgm:t>
        <a:bodyPr/>
        <a:lstStyle/>
        <a:p>
          <a:endParaRPr lang="en-US"/>
        </a:p>
      </dgm:t>
    </dgm:pt>
    <dgm:pt modelId="{B15CA0DD-C6A0-4D42-9687-5C19D9D319B3}" type="sibTrans" cxnId="{28CB97E5-6CD2-48DE-A23E-4EC9C6012A0C}">
      <dgm:prSet/>
      <dgm:spPr/>
      <dgm:t>
        <a:bodyPr/>
        <a:lstStyle/>
        <a:p>
          <a:endParaRPr lang="en-US"/>
        </a:p>
      </dgm:t>
    </dgm:pt>
    <dgm:pt modelId="{9D106019-CCF5-40F1-95DE-4439D57A5E86}">
      <dgm:prSet/>
      <dgm:spPr/>
      <dgm:t>
        <a:bodyPr/>
        <a:lstStyle/>
        <a:p>
          <a:r>
            <a:rPr lang="en-US"/>
            <a:t>Profissionais</a:t>
          </a:r>
        </a:p>
      </dgm:t>
    </dgm:pt>
    <dgm:pt modelId="{4DD00679-4F03-4255-83D8-C9A514662F7D}" type="parTrans" cxnId="{F631E2D7-425C-4202-9333-B56C88E1CF42}">
      <dgm:prSet/>
      <dgm:spPr/>
      <dgm:t>
        <a:bodyPr/>
        <a:lstStyle/>
        <a:p>
          <a:endParaRPr lang="en-US"/>
        </a:p>
      </dgm:t>
    </dgm:pt>
    <dgm:pt modelId="{4238CE78-7526-46CC-9DF6-421F42B920C6}" type="sibTrans" cxnId="{F631E2D7-425C-4202-9333-B56C88E1CF42}">
      <dgm:prSet/>
      <dgm:spPr/>
      <dgm:t>
        <a:bodyPr/>
        <a:lstStyle/>
        <a:p>
          <a:endParaRPr lang="en-US"/>
        </a:p>
      </dgm:t>
    </dgm:pt>
    <dgm:pt modelId="{153D6681-C8D9-4B84-A7FD-116DB7A395E8}">
      <dgm:prSet/>
      <dgm:spPr/>
      <dgm:t>
        <a:bodyPr/>
        <a:lstStyle/>
        <a:p>
          <a:r>
            <a:rPr lang="en-US"/>
            <a:t>Parceiros</a:t>
          </a:r>
        </a:p>
      </dgm:t>
    </dgm:pt>
    <dgm:pt modelId="{102593AB-8C69-4944-96CE-9E5A38F01004}" type="parTrans" cxnId="{A2AD65BD-3913-4E2D-B73D-77FF4462A29F}">
      <dgm:prSet/>
      <dgm:spPr/>
      <dgm:t>
        <a:bodyPr/>
        <a:lstStyle/>
        <a:p>
          <a:endParaRPr lang="en-US"/>
        </a:p>
      </dgm:t>
    </dgm:pt>
    <dgm:pt modelId="{6C28EF2F-1647-40EE-AE8F-30D11AD209A8}" type="sibTrans" cxnId="{A2AD65BD-3913-4E2D-B73D-77FF4462A29F}">
      <dgm:prSet/>
      <dgm:spPr/>
      <dgm:t>
        <a:bodyPr/>
        <a:lstStyle/>
        <a:p>
          <a:endParaRPr lang="en-US"/>
        </a:p>
      </dgm:t>
    </dgm:pt>
    <dgm:pt modelId="{4A72476D-0A28-4457-8460-A2FBE84AB8A9}">
      <dgm:prSet/>
      <dgm:spPr/>
      <dgm:t>
        <a:bodyPr/>
        <a:lstStyle/>
        <a:p>
          <a:r>
            <a:rPr lang="en-US"/>
            <a:t>Plataforma Central</a:t>
          </a:r>
        </a:p>
      </dgm:t>
    </dgm:pt>
    <dgm:pt modelId="{70260A64-4820-493D-9752-33B1AD8B7AC0}" type="parTrans" cxnId="{A3038DBC-E0C3-4699-B05A-C3D536A726F2}">
      <dgm:prSet/>
      <dgm:spPr/>
      <dgm:t>
        <a:bodyPr/>
        <a:lstStyle/>
        <a:p>
          <a:endParaRPr lang="en-US"/>
        </a:p>
      </dgm:t>
    </dgm:pt>
    <dgm:pt modelId="{61249948-9B20-4714-8329-B7582B075170}" type="sibTrans" cxnId="{A3038DBC-E0C3-4699-B05A-C3D536A726F2}">
      <dgm:prSet/>
      <dgm:spPr/>
      <dgm:t>
        <a:bodyPr/>
        <a:lstStyle/>
        <a:p>
          <a:endParaRPr lang="en-US"/>
        </a:p>
      </dgm:t>
    </dgm:pt>
    <dgm:pt modelId="{2D3BC1AB-A2BD-43CF-91F5-91D4ACF00EFE}" type="pres">
      <dgm:prSet presAssocID="{9E00F8AC-6319-4EB0-8E8A-E87F45874B33}" presName="vert0" presStyleCnt="0">
        <dgm:presLayoutVars>
          <dgm:dir/>
          <dgm:animOne val="branch"/>
          <dgm:animLvl val="lvl"/>
        </dgm:presLayoutVars>
      </dgm:prSet>
      <dgm:spPr/>
    </dgm:pt>
    <dgm:pt modelId="{EC57D4FA-9BE2-4DA5-9EC1-03396B9463B3}" type="pres">
      <dgm:prSet presAssocID="{DA5C3F37-949E-46DB-BCBE-67CE875EE9A1}" presName="thickLine" presStyleLbl="alignNode1" presStyleIdx="0" presStyleCnt="4"/>
      <dgm:spPr/>
    </dgm:pt>
    <dgm:pt modelId="{A73556DC-95F2-442D-97B9-2A86AC8EB94D}" type="pres">
      <dgm:prSet presAssocID="{DA5C3F37-949E-46DB-BCBE-67CE875EE9A1}" presName="horz1" presStyleCnt="0"/>
      <dgm:spPr/>
    </dgm:pt>
    <dgm:pt modelId="{D17CBBF4-5279-4CCE-BE53-D0175C603F2A}" type="pres">
      <dgm:prSet presAssocID="{DA5C3F37-949E-46DB-BCBE-67CE875EE9A1}" presName="tx1" presStyleLbl="revTx" presStyleIdx="0" presStyleCnt="4"/>
      <dgm:spPr/>
    </dgm:pt>
    <dgm:pt modelId="{B7F8241A-773F-4844-AEC1-88C4529932C5}" type="pres">
      <dgm:prSet presAssocID="{DA5C3F37-949E-46DB-BCBE-67CE875EE9A1}" presName="vert1" presStyleCnt="0"/>
      <dgm:spPr/>
    </dgm:pt>
    <dgm:pt modelId="{A9683D55-DC2E-4950-A0F4-16B36F44A661}" type="pres">
      <dgm:prSet presAssocID="{9D106019-CCF5-40F1-95DE-4439D57A5E86}" presName="thickLine" presStyleLbl="alignNode1" presStyleIdx="1" presStyleCnt="4"/>
      <dgm:spPr/>
    </dgm:pt>
    <dgm:pt modelId="{0F3B232F-CFD6-4323-A903-4426CD8FBA39}" type="pres">
      <dgm:prSet presAssocID="{9D106019-CCF5-40F1-95DE-4439D57A5E86}" presName="horz1" presStyleCnt="0"/>
      <dgm:spPr/>
    </dgm:pt>
    <dgm:pt modelId="{FFEAFA7E-F6C6-47B5-AE2F-E2B073DBDB71}" type="pres">
      <dgm:prSet presAssocID="{9D106019-CCF5-40F1-95DE-4439D57A5E86}" presName="tx1" presStyleLbl="revTx" presStyleIdx="1" presStyleCnt="4"/>
      <dgm:spPr/>
    </dgm:pt>
    <dgm:pt modelId="{EF9BA7B4-40A4-4CBE-9FBF-7CCA2DE86428}" type="pres">
      <dgm:prSet presAssocID="{9D106019-CCF5-40F1-95DE-4439D57A5E86}" presName="vert1" presStyleCnt="0"/>
      <dgm:spPr/>
    </dgm:pt>
    <dgm:pt modelId="{D9C5CB42-B751-4CB6-9B3D-3616347091AE}" type="pres">
      <dgm:prSet presAssocID="{153D6681-C8D9-4B84-A7FD-116DB7A395E8}" presName="thickLine" presStyleLbl="alignNode1" presStyleIdx="2" presStyleCnt="4"/>
      <dgm:spPr/>
    </dgm:pt>
    <dgm:pt modelId="{1857F7B1-0CED-4A4A-A8A2-E4E3BF93F830}" type="pres">
      <dgm:prSet presAssocID="{153D6681-C8D9-4B84-A7FD-116DB7A395E8}" presName="horz1" presStyleCnt="0"/>
      <dgm:spPr/>
    </dgm:pt>
    <dgm:pt modelId="{4A6309B8-D67D-4E44-8E14-AB75559DF8BB}" type="pres">
      <dgm:prSet presAssocID="{153D6681-C8D9-4B84-A7FD-116DB7A395E8}" presName="tx1" presStyleLbl="revTx" presStyleIdx="2" presStyleCnt="4"/>
      <dgm:spPr/>
    </dgm:pt>
    <dgm:pt modelId="{40602DF8-B204-4C45-9991-62114B9FE9A9}" type="pres">
      <dgm:prSet presAssocID="{153D6681-C8D9-4B84-A7FD-116DB7A395E8}" presName="vert1" presStyleCnt="0"/>
      <dgm:spPr/>
    </dgm:pt>
    <dgm:pt modelId="{D83B7EC0-CA00-4E57-B342-A5FC59D91337}" type="pres">
      <dgm:prSet presAssocID="{4A72476D-0A28-4457-8460-A2FBE84AB8A9}" presName="thickLine" presStyleLbl="alignNode1" presStyleIdx="3" presStyleCnt="4"/>
      <dgm:spPr/>
    </dgm:pt>
    <dgm:pt modelId="{A18903D3-F492-43D5-8746-F1B6339CFAFC}" type="pres">
      <dgm:prSet presAssocID="{4A72476D-0A28-4457-8460-A2FBE84AB8A9}" presName="horz1" presStyleCnt="0"/>
      <dgm:spPr/>
    </dgm:pt>
    <dgm:pt modelId="{3F6CA55F-C05A-4D3E-AD6C-FCFFB70F93E5}" type="pres">
      <dgm:prSet presAssocID="{4A72476D-0A28-4457-8460-A2FBE84AB8A9}" presName="tx1" presStyleLbl="revTx" presStyleIdx="3" presStyleCnt="4"/>
      <dgm:spPr/>
    </dgm:pt>
    <dgm:pt modelId="{986413D4-0CDC-4B74-A984-CBDA7A6F94FB}" type="pres">
      <dgm:prSet presAssocID="{4A72476D-0A28-4457-8460-A2FBE84AB8A9}" presName="vert1" presStyleCnt="0"/>
      <dgm:spPr/>
    </dgm:pt>
  </dgm:ptLst>
  <dgm:cxnLst>
    <dgm:cxn modelId="{6C93FB66-3888-4F69-9752-40E735DD38CC}" type="presOf" srcId="{9E00F8AC-6319-4EB0-8E8A-E87F45874B33}" destId="{2D3BC1AB-A2BD-43CF-91F5-91D4ACF00EFE}" srcOrd="0" destOrd="0" presId="urn:microsoft.com/office/officeart/2008/layout/LinedList"/>
    <dgm:cxn modelId="{66403F78-1DDA-4536-AA46-C867EC4EC2D8}" type="presOf" srcId="{9D106019-CCF5-40F1-95DE-4439D57A5E86}" destId="{FFEAFA7E-F6C6-47B5-AE2F-E2B073DBDB71}" srcOrd="0" destOrd="0" presId="urn:microsoft.com/office/officeart/2008/layout/LinedList"/>
    <dgm:cxn modelId="{DAA42785-6BE8-4FD6-B7B2-AA1C1199ADD1}" type="presOf" srcId="{153D6681-C8D9-4B84-A7FD-116DB7A395E8}" destId="{4A6309B8-D67D-4E44-8E14-AB75559DF8BB}" srcOrd="0" destOrd="0" presId="urn:microsoft.com/office/officeart/2008/layout/LinedList"/>
    <dgm:cxn modelId="{EC89DB96-65ED-499D-AEAF-B2DA3A6A6D66}" type="presOf" srcId="{4A72476D-0A28-4457-8460-A2FBE84AB8A9}" destId="{3F6CA55F-C05A-4D3E-AD6C-FCFFB70F93E5}" srcOrd="0" destOrd="0" presId="urn:microsoft.com/office/officeart/2008/layout/LinedList"/>
    <dgm:cxn modelId="{52C163B6-3A4E-43A1-9FB5-DFFE8A6970ED}" type="presOf" srcId="{DA5C3F37-949E-46DB-BCBE-67CE875EE9A1}" destId="{D17CBBF4-5279-4CCE-BE53-D0175C603F2A}" srcOrd="0" destOrd="0" presId="urn:microsoft.com/office/officeart/2008/layout/LinedList"/>
    <dgm:cxn modelId="{A3038DBC-E0C3-4699-B05A-C3D536A726F2}" srcId="{9E00F8AC-6319-4EB0-8E8A-E87F45874B33}" destId="{4A72476D-0A28-4457-8460-A2FBE84AB8A9}" srcOrd="3" destOrd="0" parTransId="{70260A64-4820-493D-9752-33B1AD8B7AC0}" sibTransId="{61249948-9B20-4714-8329-B7582B075170}"/>
    <dgm:cxn modelId="{A2AD65BD-3913-4E2D-B73D-77FF4462A29F}" srcId="{9E00F8AC-6319-4EB0-8E8A-E87F45874B33}" destId="{153D6681-C8D9-4B84-A7FD-116DB7A395E8}" srcOrd="2" destOrd="0" parTransId="{102593AB-8C69-4944-96CE-9E5A38F01004}" sibTransId="{6C28EF2F-1647-40EE-AE8F-30D11AD209A8}"/>
    <dgm:cxn modelId="{F631E2D7-425C-4202-9333-B56C88E1CF42}" srcId="{9E00F8AC-6319-4EB0-8E8A-E87F45874B33}" destId="{9D106019-CCF5-40F1-95DE-4439D57A5E86}" srcOrd="1" destOrd="0" parTransId="{4DD00679-4F03-4255-83D8-C9A514662F7D}" sibTransId="{4238CE78-7526-46CC-9DF6-421F42B920C6}"/>
    <dgm:cxn modelId="{28CB97E5-6CD2-48DE-A23E-4EC9C6012A0C}" srcId="{9E00F8AC-6319-4EB0-8E8A-E87F45874B33}" destId="{DA5C3F37-949E-46DB-BCBE-67CE875EE9A1}" srcOrd="0" destOrd="0" parTransId="{A9A7DA40-C8D2-4D82-92F9-D2779F3B493D}" sibTransId="{B15CA0DD-C6A0-4D42-9687-5C19D9D319B3}"/>
    <dgm:cxn modelId="{2D9AE5E6-6052-481C-895E-5A291188684F}" type="presParOf" srcId="{2D3BC1AB-A2BD-43CF-91F5-91D4ACF00EFE}" destId="{EC57D4FA-9BE2-4DA5-9EC1-03396B9463B3}" srcOrd="0" destOrd="0" presId="urn:microsoft.com/office/officeart/2008/layout/LinedList"/>
    <dgm:cxn modelId="{EF01E23D-24E5-41EF-89BA-FE79328814F7}" type="presParOf" srcId="{2D3BC1AB-A2BD-43CF-91F5-91D4ACF00EFE}" destId="{A73556DC-95F2-442D-97B9-2A86AC8EB94D}" srcOrd="1" destOrd="0" presId="urn:microsoft.com/office/officeart/2008/layout/LinedList"/>
    <dgm:cxn modelId="{9109A496-DE38-472D-B49F-A52C8CADF050}" type="presParOf" srcId="{A73556DC-95F2-442D-97B9-2A86AC8EB94D}" destId="{D17CBBF4-5279-4CCE-BE53-D0175C603F2A}" srcOrd="0" destOrd="0" presId="urn:microsoft.com/office/officeart/2008/layout/LinedList"/>
    <dgm:cxn modelId="{958E1F77-D089-4BEA-B390-1D68DA8531FA}" type="presParOf" srcId="{A73556DC-95F2-442D-97B9-2A86AC8EB94D}" destId="{B7F8241A-773F-4844-AEC1-88C4529932C5}" srcOrd="1" destOrd="0" presId="urn:microsoft.com/office/officeart/2008/layout/LinedList"/>
    <dgm:cxn modelId="{E061E90D-D766-4F04-8FA1-3D094F074627}" type="presParOf" srcId="{2D3BC1AB-A2BD-43CF-91F5-91D4ACF00EFE}" destId="{A9683D55-DC2E-4950-A0F4-16B36F44A661}" srcOrd="2" destOrd="0" presId="urn:microsoft.com/office/officeart/2008/layout/LinedList"/>
    <dgm:cxn modelId="{A3B17B4F-E406-45B0-93C2-74599E621220}" type="presParOf" srcId="{2D3BC1AB-A2BD-43CF-91F5-91D4ACF00EFE}" destId="{0F3B232F-CFD6-4323-A903-4426CD8FBA39}" srcOrd="3" destOrd="0" presId="urn:microsoft.com/office/officeart/2008/layout/LinedList"/>
    <dgm:cxn modelId="{9712AB4D-C23A-4948-9F68-5C87769B09E9}" type="presParOf" srcId="{0F3B232F-CFD6-4323-A903-4426CD8FBA39}" destId="{FFEAFA7E-F6C6-47B5-AE2F-E2B073DBDB71}" srcOrd="0" destOrd="0" presId="urn:microsoft.com/office/officeart/2008/layout/LinedList"/>
    <dgm:cxn modelId="{7EC735AE-D0FE-4B07-9ED4-FB59864F76EA}" type="presParOf" srcId="{0F3B232F-CFD6-4323-A903-4426CD8FBA39}" destId="{EF9BA7B4-40A4-4CBE-9FBF-7CCA2DE86428}" srcOrd="1" destOrd="0" presId="urn:microsoft.com/office/officeart/2008/layout/LinedList"/>
    <dgm:cxn modelId="{AB632F72-2F65-4AB5-9A7A-3E8BB75FBB74}" type="presParOf" srcId="{2D3BC1AB-A2BD-43CF-91F5-91D4ACF00EFE}" destId="{D9C5CB42-B751-4CB6-9B3D-3616347091AE}" srcOrd="4" destOrd="0" presId="urn:microsoft.com/office/officeart/2008/layout/LinedList"/>
    <dgm:cxn modelId="{AB495790-0038-4108-A2E4-BED0B632CF11}" type="presParOf" srcId="{2D3BC1AB-A2BD-43CF-91F5-91D4ACF00EFE}" destId="{1857F7B1-0CED-4A4A-A8A2-E4E3BF93F830}" srcOrd="5" destOrd="0" presId="urn:microsoft.com/office/officeart/2008/layout/LinedList"/>
    <dgm:cxn modelId="{F6BCD9BF-7495-438C-AB6A-34A35A2B63E0}" type="presParOf" srcId="{1857F7B1-0CED-4A4A-A8A2-E4E3BF93F830}" destId="{4A6309B8-D67D-4E44-8E14-AB75559DF8BB}" srcOrd="0" destOrd="0" presId="urn:microsoft.com/office/officeart/2008/layout/LinedList"/>
    <dgm:cxn modelId="{E3727BFA-B269-4154-AF5E-E9185791349A}" type="presParOf" srcId="{1857F7B1-0CED-4A4A-A8A2-E4E3BF93F830}" destId="{40602DF8-B204-4C45-9991-62114B9FE9A9}" srcOrd="1" destOrd="0" presId="urn:microsoft.com/office/officeart/2008/layout/LinedList"/>
    <dgm:cxn modelId="{017896CD-A8D1-49A6-8F04-8F126923AFD5}" type="presParOf" srcId="{2D3BC1AB-A2BD-43CF-91F5-91D4ACF00EFE}" destId="{D83B7EC0-CA00-4E57-B342-A5FC59D91337}" srcOrd="6" destOrd="0" presId="urn:microsoft.com/office/officeart/2008/layout/LinedList"/>
    <dgm:cxn modelId="{13B33BE8-A586-4D80-A691-6B4AD856C2AE}" type="presParOf" srcId="{2D3BC1AB-A2BD-43CF-91F5-91D4ACF00EFE}" destId="{A18903D3-F492-43D5-8746-F1B6339CFAFC}" srcOrd="7" destOrd="0" presId="urn:microsoft.com/office/officeart/2008/layout/LinedList"/>
    <dgm:cxn modelId="{499E7EEB-3C4F-424F-93B6-CCDF35D60175}" type="presParOf" srcId="{A18903D3-F492-43D5-8746-F1B6339CFAFC}" destId="{3F6CA55F-C05A-4D3E-AD6C-FCFFB70F93E5}" srcOrd="0" destOrd="0" presId="urn:microsoft.com/office/officeart/2008/layout/LinedList"/>
    <dgm:cxn modelId="{654FFB52-ACF4-4A1A-8901-93CF1A765311}" type="presParOf" srcId="{A18903D3-F492-43D5-8746-F1B6339CFAFC}" destId="{986413D4-0CDC-4B74-A984-CBDA7A6F94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C5E857-BDA6-40B7-AA43-C70B90BD94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7805A2C-0380-436E-BCD1-515AEFDCA72D}">
      <dgm:prSet/>
      <dgm:spPr/>
      <dgm:t>
        <a:bodyPr/>
        <a:lstStyle/>
        <a:p>
          <a:r>
            <a:rPr lang="en-US"/>
            <a:t>Frontend Web/Mobile</a:t>
          </a:r>
        </a:p>
      </dgm:t>
    </dgm:pt>
    <dgm:pt modelId="{21B2B8AB-7112-499D-A9EA-AB5F4EDC0E4B}" type="parTrans" cxnId="{32890A41-1F1F-4EEF-8876-C3273D0B7EBD}">
      <dgm:prSet/>
      <dgm:spPr/>
      <dgm:t>
        <a:bodyPr/>
        <a:lstStyle/>
        <a:p>
          <a:endParaRPr lang="en-US"/>
        </a:p>
      </dgm:t>
    </dgm:pt>
    <dgm:pt modelId="{6DF35A6D-55AE-4174-83E1-3CCB50295927}" type="sibTrans" cxnId="{32890A41-1F1F-4EEF-8876-C3273D0B7EBD}">
      <dgm:prSet/>
      <dgm:spPr/>
      <dgm:t>
        <a:bodyPr/>
        <a:lstStyle/>
        <a:p>
          <a:endParaRPr lang="en-US"/>
        </a:p>
      </dgm:t>
    </dgm:pt>
    <dgm:pt modelId="{E6F47D91-CE02-453B-AD71-2C0B86DDC4A9}">
      <dgm:prSet/>
      <dgm:spPr/>
      <dgm:t>
        <a:bodyPr/>
        <a:lstStyle/>
        <a:p>
          <a:r>
            <a:rPr lang="en-US"/>
            <a:t>API Gateway</a:t>
          </a:r>
        </a:p>
      </dgm:t>
    </dgm:pt>
    <dgm:pt modelId="{2DD1F088-2164-460C-A0C8-95609BA227EC}" type="parTrans" cxnId="{5FF9267B-BE67-4A10-BB53-4549EF6B4A7D}">
      <dgm:prSet/>
      <dgm:spPr/>
      <dgm:t>
        <a:bodyPr/>
        <a:lstStyle/>
        <a:p>
          <a:endParaRPr lang="en-US"/>
        </a:p>
      </dgm:t>
    </dgm:pt>
    <dgm:pt modelId="{E99B4636-BCCE-4D4B-B45D-31BC433BD360}" type="sibTrans" cxnId="{5FF9267B-BE67-4A10-BB53-4549EF6B4A7D}">
      <dgm:prSet/>
      <dgm:spPr/>
      <dgm:t>
        <a:bodyPr/>
        <a:lstStyle/>
        <a:p>
          <a:endParaRPr lang="en-US"/>
        </a:p>
      </dgm:t>
    </dgm:pt>
    <dgm:pt modelId="{1C9B99D7-28AB-414E-B13F-1FF0D6F65B00}">
      <dgm:prSet/>
      <dgm:spPr/>
      <dgm:t>
        <a:bodyPr/>
        <a:lstStyle/>
        <a:p>
          <a:r>
            <a:rPr lang="en-US"/>
            <a:t>Microsserviços Clínicos</a:t>
          </a:r>
        </a:p>
      </dgm:t>
    </dgm:pt>
    <dgm:pt modelId="{D15ECB79-E409-40E8-BF51-619039380596}" type="parTrans" cxnId="{CF6C75C4-DBD3-4F15-82D4-ACD8C7279077}">
      <dgm:prSet/>
      <dgm:spPr/>
      <dgm:t>
        <a:bodyPr/>
        <a:lstStyle/>
        <a:p>
          <a:endParaRPr lang="en-US"/>
        </a:p>
      </dgm:t>
    </dgm:pt>
    <dgm:pt modelId="{77EC390A-AA43-4EC5-8126-D72DD7C68DB9}" type="sibTrans" cxnId="{CF6C75C4-DBD3-4F15-82D4-ACD8C7279077}">
      <dgm:prSet/>
      <dgm:spPr/>
      <dgm:t>
        <a:bodyPr/>
        <a:lstStyle/>
        <a:p>
          <a:endParaRPr lang="en-US"/>
        </a:p>
      </dgm:t>
    </dgm:pt>
    <dgm:pt modelId="{AB9E3BD7-74A2-48CA-A8A8-426789E0FDE0}" type="pres">
      <dgm:prSet presAssocID="{F0C5E857-BDA6-40B7-AA43-C70B90BD94D6}" presName="root" presStyleCnt="0">
        <dgm:presLayoutVars>
          <dgm:dir/>
          <dgm:resizeHandles val="exact"/>
        </dgm:presLayoutVars>
      </dgm:prSet>
      <dgm:spPr/>
    </dgm:pt>
    <dgm:pt modelId="{BE1EF5C9-C694-45C5-95A0-60444584213D}" type="pres">
      <dgm:prSet presAssocID="{17805A2C-0380-436E-BCD1-515AEFDCA72D}" presName="compNode" presStyleCnt="0"/>
      <dgm:spPr/>
    </dgm:pt>
    <dgm:pt modelId="{2ACA2C20-EA9B-4D46-8EF6-360434D7013B}" type="pres">
      <dgm:prSet presAssocID="{17805A2C-0380-436E-BCD1-515AEFDCA7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7E4D448-B020-4FA6-BB78-C986A9D5599C}" type="pres">
      <dgm:prSet presAssocID="{17805A2C-0380-436E-BCD1-515AEFDCA72D}" presName="spaceRect" presStyleCnt="0"/>
      <dgm:spPr/>
    </dgm:pt>
    <dgm:pt modelId="{69E07710-8FFD-4476-ABEA-E17DDED6066D}" type="pres">
      <dgm:prSet presAssocID="{17805A2C-0380-436E-BCD1-515AEFDCA72D}" presName="textRect" presStyleLbl="revTx" presStyleIdx="0" presStyleCnt="3">
        <dgm:presLayoutVars>
          <dgm:chMax val="1"/>
          <dgm:chPref val="1"/>
        </dgm:presLayoutVars>
      </dgm:prSet>
      <dgm:spPr/>
    </dgm:pt>
    <dgm:pt modelId="{96F62047-AC64-45C8-8610-AC4455052C21}" type="pres">
      <dgm:prSet presAssocID="{6DF35A6D-55AE-4174-83E1-3CCB50295927}" presName="sibTrans" presStyleCnt="0"/>
      <dgm:spPr/>
    </dgm:pt>
    <dgm:pt modelId="{4171C9E5-AD3D-4C2A-BED5-CA0D684BB45E}" type="pres">
      <dgm:prSet presAssocID="{E6F47D91-CE02-453B-AD71-2C0B86DDC4A9}" presName="compNode" presStyleCnt="0"/>
      <dgm:spPr/>
    </dgm:pt>
    <dgm:pt modelId="{B415F53F-ABC5-4CD2-AA46-5184DE826DC7}" type="pres">
      <dgm:prSet presAssocID="{E6F47D91-CE02-453B-AD71-2C0B86DDC4A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B3580724-6F48-4839-BC3F-6FD37F8CB88E}" type="pres">
      <dgm:prSet presAssocID="{E6F47D91-CE02-453B-AD71-2C0B86DDC4A9}" presName="spaceRect" presStyleCnt="0"/>
      <dgm:spPr/>
    </dgm:pt>
    <dgm:pt modelId="{39BF44B2-E569-4E67-A041-12AFB346D102}" type="pres">
      <dgm:prSet presAssocID="{E6F47D91-CE02-453B-AD71-2C0B86DDC4A9}" presName="textRect" presStyleLbl="revTx" presStyleIdx="1" presStyleCnt="3">
        <dgm:presLayoutVars>
          <dgm:chMax val="1"/>
          <dgm:chPref val="1"/>
        </dgm:presLayoutVars>
      </dgm:prSet>
      <dgm:spPr/>
    </dgm:pt>
    <dgm:pt modelId="{DB7E7E57-9C18-4209-B4AA-AA52DAEBE983}" type="pres">
      <dgm:prSet presAssocID="{E99B4636-BCCE-4D4B-B45D-31BC433BD360}" presName="sibTrans" presStyleCnt="0"/>
      <dgm:spPr/>
    </dgm:pt>
    <dgm:pt modelId="{93CD90C2-7FEB-4538-A55B-EDF8BFC27693}" type="pres">
      <dgm:prSet presAssocID="{1C9B99D7-28AB-414E-B13F-1FF0D6F65B00}" presName="compNode" presStyleCnt="0"/>
      <dgm:spPr/>
    </dgm:pt>
    <dgm:pt modelId="{FC6604D2-34C3-4B4A-820E-C1C49CF9C77F}" type="pres">
      <dgm:prSet presAssocID="{1C9B99D7-28AB-414E-B13F-1FF0D6F65B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603D2E10-D04D-4D37-A805-2CB80AF96ACA}" type="pres">
      <dgm:prSet presAssocID="{1C9B99D7-28AB-414E-B13F-1FF0D6F65B00}" presName="spaceRect" presStyleCnt="0"/>
      <dgm:spPr/>
    </dgm:pt>
    <dgm:pt modelId="{4A18DD1E-685D-4649-ABD8-B71B5A782A67}" type="pres">
      <dgm:prSet presAssocID="{1C9B99D7-28AB-414E-B13F-1FF0D6F65B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BBF571E-B42A-492F-ABDF-9875A1A0B8F1}" type="presOf" srcId="{F0C5E857-BDA6-40B7-AA43-C70B90BD94D6}" destId="{AB9E3BD7-74A2-48CA-A8A8-426789E0FDE0}" srcOrd="0" destOrd="0" presId="urn:microsoft.com/office/officeart/2018/2/layout/IconLabelList"/>
    <dgm:cxn modelId="{32890A41-1F1F-4EEF-8876-C3273D0B7EBD}" srcId="{F0C5E857-BDA6-40B7-AA43-C70B90BD94D6}" destId="{17805A2C-0380-436E-BCD1-515AEFDCA72D}" srcOrd="0" destOrd="0" parTransId="{21B2B8AB-7112-499D-A9EA-AB5F4EDC0E4B}" sibTransId="{6DF35A6D-55AE-4174-83E1-3CCB50295927}"/>
    <dgm:cxn modelId="{5FF9267B-BE67-4A10-BB53-4549EF6B4A7D}" srcId="{F0C5E857-BDA6-40B7-AA43-C70B90BD94D6}" destId="{E6F47D91-CE02-453B-AD71-2C0B86DDC4A9}" srcOrd="1" destOrd="0" parTransId="{2DD1F088-2164-460C-A0C8-95609BA227EC}" sibTransId="{E99B4636-BCCE-4D4B-B45D-31BC433BD360}"/>
    <dgm:cxn modelId="{399933B1-83EC-4C69-8054-E10FDFC33BBB}" type="presOf" srcId="{17805A2C-0380-436E-BCD1-515AEFDCA72D}" destId="{69E07710-8FFD-4476-ABEA-E17DDED6066D}" srcOrd="0" destOrd="0" presId="urn:microsoft.com/office/officeart/2018/2/layout/IconLabelList"/>
    <dgm:cxn modelId="{CF6C75C4-DBD3-4F15-82D4-ACD8C7279077}" srcId="{F0C5E857-BDA6-40B7-AA43-C70B90BD94D6}" destId="{1C9B99D7-28AB-414E-B13F-1FF0D6F65B00}" srcOrd="2" destOrd="0" parTransId="{D15ECB79-E409-40E8-BF51-619039380596}" sibTransId="{77EC390A-AA43-4EC5-8126-D72DD7C68DB9}"/>
    <dgm:cxn modelId="{75FC22C6-0DF5-40D0-974A-30C90E8BCE04}" type="presOf" srcId="{1C9B99D7-28AB-414E-B13F-1FF0D6F65B00}" destId="{4A18DD1E-685D-4649-ABD8-B71B5A782A67}" srcOrd="0" destOrd="0" presId="urn:microsoft.com/office/officeart/2018/2/layout/IconLabelList"/>
    <dgm:cxn modelId="{C13C74D2-9C2F-404C-A40F-5BFC5C85B545}" type="presOf" srcId="{E6F47D91-CE02-453B-AD71-2C0B86DDC4A9}" destId="{39BF44B2-E569-4E67-A041-12AFB346D102}" srcOrd="0" destOrd="0" presId="urn:microsoft.com/office/officeart/2018/2/layout/IconLabelList"/>
    <dgm:cxn modelId="{C95A188B-EBE7-4264-A329-333F1B8CC23B}" type="presParOf" srcId="{AB9E3BD7-74A2-48CA-A8A8-426789E0FDE0}" destId="{BE1EF5C9-C694-45C5-95A0-60444584213D}" srcOrd="0" destOrd="0" presId="urn:microsoft.com/office/officeart/2018/2/layout/IconLabelList"/>
    <dgm:cxn modelId="{7E7D16FD-C111-4590-84DF-757C915C339E}" type="presParOf" srcId="{BE1EF5C9-C694-45C5-95A0-60444584213D}" destId="{2ACA2C20-EA9B-4D46-8EF6-360434D7013B}" srcOrd="0" destOrd="0" presId="urn:microsoft.com/office/officeart/2018/2/layout/IconLabelList"/>
    <dgm:cxn modelId="{6C5073F0-907B-4E39-868F-FB9C3EABEFDD}" type="presParOf" srcId="{BE1EF5C9-C694-45C5-95A0-60444584213D}" destId="{E7E4D448-B020-4FA6-BB78-C986A9D5599C}" srcOrd="1" destOrd="0" presId="urn:microsoft.com/office/officeart/2018/2/layout/IconLabelList"/>
    <dgm:cxn modelId="{A5E81C17-9C26-4976-8B93-A523968F6C95}" type="presParOf" srcId="{BE1EF5C9-C694-45C5-95A0-60444584213D}" destId="{69E07710-8FFD-4476-ABEA-E17DDED6066D}" srcOrd="2" destOrd="0" presId="urn:microsoft.com/office/officeart/2018/2/layout/IconLabelList"/>
    <dgm:cxn modelId="{114659CE-7364-4D33-A07D-3D038CAD6F35}" type="presParOf" srcId="{AB9E3BD7-74A2-48CA-A8A8-426789E0FDE0}" destId="{96F62047-AC64-45C8-8610-AC4455052C21}" srcOrd="1" destOrd="0" presId="urn:microsoft.com/office/officeart/2018/2/layout/IconLabelList"/>
    <dgm:cxn modelId="{B87940B0-3F49-4C1B-875B-0DC79EADC294}" type="presParOf" srcId="{AB9E3BD7-74A2-48CA-A8A8-426789E0FDE0}" destId="{4171C9E5-AD3D-4C2A-BED5-CA0D684BB45E}" srcOrd="2" destOrd="0" presId="urn:microsoft.com/office/officeart/2018/2/layout/IconLabelList"/>
    <dgm:cxn modelId="{5E52DC27-8A09-4E3C-BBAE-7D38963F0BA9}" type="presParOf" srcId="{4171C9E5-AD3D-4C2A-BED5-CA0D684BB45E}" destId="{B415F53F-ABC5-4CD2-AA46-5184DE826DC7}" srcOrd="0" destOrd="0" presId="urn:microsoft.com/office/officeart/2018/2/layout/IconLabelList"/>
    <dgm:cxn modelId="{9C9D92E5-7D85-4560-9681-5115D99CEA07}" type="presParOf" srcId="{4171C9E5-AD3D-4C2A-BED5-CA0D684BB45E}" destId="{B3580724-6F48-4839-BC3F-6FD37F8CB88E}" srcOrd="1" destOrd="0" presId="urn:microsoft.com/office/officeart/2018/2/layout/IconLabelList"/>
    <dgm:cxn modelId="{90564321-C3A1-4948-AC6B-E9FD733F3DDD}" type="presParOf" srcId="{4171C9E5-AD3D-4C2A-BED5-CA0D684BB45E}" destId="{39BF44B2-E569-4E67-A041-12AFB346D102}" srcOrd="2" destOrd="0" presId="urn:microsoft.com/office/officeart/2018/2/layout/IconLabelList"/>
    <dgm:cxn modelId="{F1F8E5F4-8272-4E0A-8F65-A3D950A4CF66}" type="presParOf" srcId="{AB9E3BD7-74A2-48CA-A8A8-426789E0FDE0}" destId="{DB7E7E57-9C18-4209-B4AA-AA52DAEBE983}" srcOrd="3" destOrd="0" presId="urn:microsoft.com/office/officeart/2018/2/layout/IconLabelList"/>
    <dgm:cxn modelId="{12F3F156-1565-4BFC-8032-257198A98840}" type="presParOf" srcId="{AB9E3BD7-74A2-48CA-A8A8-426789E0FDE0}" destId="{93CD90C2-7FEB-4538-A55B-EDF8BFC27693}" srcOrd="4" destOrd="0" presId="urn:microsoft.com/office/officeart/2018/2/layout/IconLabelList"/>
    <dgm:cxn modelId="{689812F0-5075-484D-AB7C-AFCD11A70D40}" type="presParOf" srcId="{93CD90C2-7FEB-4538-A55B-EDF8BFC27693}" destId="{FC6604D2-34C3-4B4A-820E-C1C49CF9C77F}" srcOrd="0" destOrd="0" presId="urn:microsoft.com/office/officeart/2018/2/layout/IconLabelList"/>
    <dgm:cxn modelId="{FB9721C7-BD8B-4ABF-8AFF-BEAD59E6CE13}" type="presParOf" srcId="{93CD90C2-7FEB-4538-A55B-EDF8BFC27693}" destId="{603D2E10-D04D-4D37-A805-2CB80AF96ACA}" srcOrd="1" destOrd="0" presId="urn:microsoft.com/office/officeart/2018/2/layout/IconLabelList"/>
    <dgm:cxn modelId="{10A7702D-6120-41DD-B8CA-3746B82DB326}" type="presParOf" srcId="{93CD90C2-7FEB-4538-A55B-EDF8BFC27693}" destId="{4A18DD1E-685D-4649-ABD8-B71B5A782A6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2A91B8-58C2-447A-AF22-37E377ADCA2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83DFAF8-59E1-4B20-A5BB-76B6AD01927F}">
      <dgm:prSet/>
      <dgm:spPr/>
      <dgm:t>
        <a:bodyPr/>
        <a:lstStyle/>
        <a:p>
          <a:r>
            <a:rPr lang="en-US"/>
            <a:t>Segurança e LGPD</a:t>
          </a:r>
        </a:p>
      </dgm:t>
    </dgm:pt>
    <dgm:pt modelId="{E253B78A-26E2-427E-AA17-1DEA71D71782}" type="parTrans" cxnId="{1926AFC6-9096-4FBF-87CE-E7281A470B76}">
      <dgm:prSet/>
      <dgm:spPr/>
      <dgm:t>
        <a:bodyPr/>
        <a:lstStyle/>
        <a:p>
          <a:endParaRPr lang="en-US"/>
        </a:p>
      </dgm:t>
    </dgm:pt>
    <dgm:pt modelId="{57589ADA-A146-427D-92FB-CAF791F44047}" type="sibTrans" cxnId="{1926AFC6-9096-4FBF-87CE-E7281A470B76}">
      <dgm:prSet/>
      <dgm:spPr/>
      <dgm:t>
        <a:bodyPr/>
        <a:lstStyle/>
        <a:p>
          <a:endParaRPr lang="en-US"/>
        </a:p>
      </dgm:t>
    </dgm:pt>
    <dgm:pt modelId="{BF377A4E-AD27-42FF-B92D-F5887CB217B8}">
      <dgm:prSet/>
      <dgm:spPr/>
      <dgm:t>
        <a:bodyPr/>
        <a:lstStyle/>
        <a:p>
          <a:r>
            <a:rPr lang="en-US"/>
            <a:t>Escalabilidade</a:t>
          </a:r>
        </a:p>
      </dgm:t>
    </dgm:pt>
    <dgm:pt modelId="{9BF618EA-8C0C-421C-8A78-F473DDBAB2D0}" type="parTrans" cxnId="{97E2C7D6-CEA6-4BAA-BC84-B7EA86D3B914}">
      <dgm:prSet/>
      <dgm:spPr/>
      <dgm:t>
        <a:bodyPr/>
        <a:lstStyle/>
        <a:p>
          <a:endParaRPr lang="en-US"/>
        </a:p>
      </dgm:t>
    </dgm:pt>
    <dgm:pt modelId="{74158195-644C-4D1A-83BF-D2A2B5F63F23}" type="sibTrans" cxnId="{97E2C7D6-CEA6-4BAA-BC84-B7EA86D3B914}">
      <dgm:prSet/>
      <dgm:spPr/>
      <dgm:t>
        <a:bodyPr/>
        <a:lstStyle/>
        <a:p>
          <a:endParaRPr lang="en-US"/>
        </a:p>
      </dgm:t>
    </dgm:pt>
    <dgm:pt modelId="{9588E9EF-54D3-430A-9C26-71CCC8AE7683}">
      <dgm:prSet/>
      <dgm:spPr/>
      <dgm:t>
        <a:bodyPr/>
        <a:lstStyle/>
        <a:p>
          <a:r>
            <a:rPr lang="en-US"/>
            <a:t>Alta disponibilidade</a:t>
          </a:r>
        </a:p>
      </dgm:t>
    </dgm:pt>
    <dgm:pt modelId="{BEF99FAB-E687-4771-AC64-549290469EBA}" type="parTrans" cxnId="{D1C2BF02-A617-4589-9A26-44852A714571}">
      <dgm:prSet/>
      <dgm:spPr/>
      <dgm:t>
        <a:bodyPr/>
        <a:lstStyle/>
        <a:p>
          <a:endParaRPr lang="en-US"/>
        </a:p>
      </dgm:t>
    </dgm:pt>
    <dgm:pt modelId="{CBF6775B-64BA-4504-A0F6-2FB8B71048F6}" type="sibTrans" cxnId="{D1C2BF02-A617-4589-9A26-44852A714571}">
      <dgm:prSet/>
      <dgm:spPr/>
      <dgm:t>
        <a:bodyPr/>
        <a:lstStyle/>
        <a:p>
          <a:endParaRPr lang="en-US"/>
        </a:p>
      </dgm:t>
    </dgm:pt>
    <dgm:pt modelId="{358B1A85-96D9-49FA-9EF7-008621ACD459}" type="pres">
      <dgm:prSet presAssocID="{DA2A91B8-58C2-447A-AF22-37E377ADCA28}" presName="root" presStyleCnt="0">
        <dgm:presLayoutVars>
          <dgm:dir/>
          <dgm:resizeHandles val="exact"/>
        </dgm:presLayoutVars>
      </dgm:prSet>
      <dgm:spPr/>
    </dgm:pt>
    <dgm:pt modelId="{940C2D60-D23D-4F81-92B6-30CC15E8A33F}" type="pres">
      <dgm:prSet presAssocID="{783DFAF8-59E1-4B20-A5BB-76B6AD01927F}" presName="compNode" presStyleCnt="0"/>
      <dgm:spPr/>
    </dgm:pt>
    <dgm:pt modelId="{0D838FA6-16D8-4CCA-A65F-D981CE52A9FD}" type="pres">
      <dgm:prSet presAssocID="{783DFAF8-59E1-4B20-A5BB-76B6AD0192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EAA266FA-9983-4321-8A62-43EECD38FD32}" type="pres">
      <dgm:prSet presAssocID="{783DFAF8-59E1-4B20-A5BB-76B6AD01927F}" presName="spaceRect" presStyleCnt="0"/>
      <dgm:spPr/>
    </dgm:pt>
    <dgm:pt modelId="{2AE18CA3-DA81-4178-9E9E-6304900F0C19}" type="pres">
      <dgm:prSet presAssocID="{783DFAF8-59E1-4B20-A5BB-76B6AD01927F}" presName="textRect" presStyleLbl="revTx" presStyleIdx="0" presStyleCnt="3">
        <dgm:presLayoutVars>
          <dgm:chMax val="1"/>
          <dgm:chPref val="1"/>
        </dgm:presLayoutVars>
      </dgm:prSet>
      <dgm:spPr/>
    </dgm:pt>
    <dgm:pt modelId="{0248570E-B514-4C1C-9EB8-6087FD937B16}" type="pres">
      <dgm:prSet presAssocID="{57589ADA-A146-427D-92FB-CAF791F44047}" presName="sibTrans" presStyleCnt="0"/>
      <dgm:spPr/>
    </dgm:pt>
    <dgm:pt modelId="{D13E0081-0D05-4BB9-961B-AFEF21BDC51E}" type="pres">
      <dgm:prSet presAssocID="{BF377A4E-AD27-42FF-B92D-F5887CB217B8}" presName="compNode" presStyleCnt="0"/>
      <dgm:spPr/>
    </dgm:pt>
    <dgm:pt modelId="{9D527AF6-B4CD-4F31-9C2F-33F262E2472A}" type="pres">
      <dgm:prSet presAssocID="{BF377A4E-AD27-42FF-B92D-F5887CB217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F16DD545-C20D-4584-B4CF-6905A9E3CB11}" type="pres">
      <dgm:prSet presAssocID="{BF377A4E-AD27-42FF-B92D-F5887CB217B8}" presName="spaceRect" presStyleCnt="0"/>
      <dgm:spPr/>
    </dgm:pt>
    <dgm:pt modelId="{223535D8-ECBC-4DAD-8F86-214BADAD7034}" type="pres">
      <dgm:prSet presAssocID="{BF377A4E-AD27-42FF-B92D-F5887CB217B8}" presName="textRect" presStyleLbl="revTx" presStyleIdx="1" presStyleCnt="3">
        <dgm:presLayoutVars>
          <dgm:chMax val="1"/>
          <dgm:chPref val="1"/>
        </dgm:presLayoutVars>
      </dgm:prSet>
      <dgm:spPr/>
    </dgm:pt>
    <dgm:pt modelId="{FD076E00-69B1-43C7-94B0-238750E14BF0}" type="pres">
      <dgm:prSet presAssocID="{74158195-644C-4D1A-83BF-D2A2B5F63F23}" presName="sibTrans" presStyleCnt="0"/>
      <dgm:spPr/>
    </dgm:pt>
    <dgm:pt modelId="{F5DCB863-5FBF-4C64-AD4A-E5CA149F42C7}" type="pres">
      <dgm:prSet presAssocID="{9588E9EF-54D3-430A-9C26-71CCC8AE7683}" presName="compNode" presStyleCnt="0"/>
      <dgm:spPr/>
    </dgm:pt>
    <dgm:pt modelId="{05EEF1E7-3308-42F8-9CB8-EBF724FA3A8B}" type="pres">
      <dgm:prSet presAssocID="{9588E9EF-54D3-430A-9C26-71CCC8AE76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2B386357-5D97-4AEF-8BD6-8F90B7EC3BC8}" type="pres">
      <dgm:prSet presAssocID="{9588E9EF-54D3-430A-9C26-71CCC8AE7683}" presName="spaceRect" presStyleCnt="0"/>
      <dgm:spPr/>
    </dgm:pt>
    <dgm:pt modelId="{A98AD040-A8A0-4FCF-A5A7-DBF8A668BD43}" type="pres">
      <dgm:prSet presAssocID="{9588E9EF-54D3-430A-9C26-71CCC8AE768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BC6600-DFD9-412C-9DA9-7F7F10D1B992}" type="presOf" srcId="{9588E9EF-54D3-430A-9C26-71CCC8AE7683}" destId="{A98AD040-A8A0-4FCF-A5A7-DBF8A668BD43}" srcOrd="0" destOrd="0" presId="urn:microsoft.com/office/officeart/2018/2/layout/IconLabelList"/>
    <dgm:cxn modelId="{D1C2BF02-A617-4589-9A26-44852A714571}" srcId="{DA2A91B8-58C2-447A-AF22-37E377ADCA28}" destId="{9588E9EF-54D3-430A-9C26-71CCC8AE7683}" srcOrd="2" destOrd="0" parTransId="{BEF99FAB-E687-4771-AC64-549290469EBA}" sibTransId="{CBF6775B-64BA-4504-A0F6-2FB8B71048F6}"/>
    <dgm:cxn modelId="{00FA7225-662D-45E8-9C8E-FE6AF5F44062}" type="presOf" srcId="{DA2A91B8-58C2-447A-AF22-37E377ADCA28}" destId="{358B1A85-96D9-49FA-9EF7-008621ACD459}" srcOrd="0" destOrd="0" presId="urn:microsoft.com/office/officeart/2018/2/layout/IconLabelList"/>
    <dgm:cxn modelId="{C0AF5AB6-553A-465D-865D-61102BEFE021}" type="presOf" srcId="{BF377A4E-AD27-42FF-B92D-F5887CB217B8}" destId="{223535D8-ECBC-4DAD-8F86-214BADAD7034}" srcOrd="0" destOrd="0" presId="urn:microsoft.com/office/officeart/2018/2/layout/IconLabelList"/>
    <dgm:cxn modelId="{1926AFC6-9096-4FBF-87CE-E7281A470B76}" srcId="{DA2A91B8-58C2-447A-AF22-37E377ADCA28}" destId="{783DFAF8-59E1-4B20-A5BB-76B6AD01927F}" srcOrd="0" destOrd="0" parTransId="{E253B78A-26E2-427E-AA17-1DEA71D71782}" sibTransId="{57589ADA-A146-427D-92FB-CAF791F44047}"/>
    <dgm:cxn modelId="{F0040CCA-A542-42C3-9D3B-E7702E9984E7}" type="presOf" srcId="{783DFAF8-59E1-4B20-A5BB-76B6AD01927F}" destId="{2AE18CA3-DA81-4178-9E9E-6304900F0C19}" srcOrd="0" destOrd="0" presId="urn:microsoft.com/office/officeart/2018/2/layout/IconLabelList"/>
    <dgm:cxn modelId="{97E2C7D6-CEA6-4BAA-BC84-B7EA86D3B914}" srcId="{DA2A91B8-58C2-447A-AF22-37E377ADCA28}" destId="{BF377A4E-AD27-42FF-B92D-F5887CB217B8}" srcOrd="1" destOrd="0" parTransId="{9BF618EA-8C0C-421C-8A78-F473DDBAB2D0}" sibTransId="{74158195-644C-4D1A-83BF-D2A2B5F63F23}"/>
    <dgm:cxn modelId="{E9AF8F90-0E80-47E8-8577-F5BB79315A69}" type="presParOf" srcId="{358B1A85-96D9-49FA-9EF7-008621ACD459}" destId="{940C2D60-D23D-4F81-92B6-30CC15E8A33F}" srcOrd="0" destOrd="0" presId="urn:microsoft.com/office/officeart/2018/2/layout/IconLabelList"/>
    <dgm:cxn modelId="{43D6BF70-340B-4F66-AE23-85C4990CBFA0}" type="presParOf" srcId="{940C2D60-D23D-4F81-92B6-30CC15E8A33F}" destId="{0D838FA6-16D8-4CCA-A65F-D981CE52A9FD}" srcOrd="0" destOrd="0" presId="urn:microsoft.com/office/officeart/2018/2/layout/IconLabelList"/>
    <dgm:cxn modelId="{DACA478D-F80E-4900-8121-5FEF55D1F2DD}" type="presParOf" srcId="{940C2D60-D23D-4F81-92B6-30CC15E8A33F}" destId="{EAA266FA-9983-4321-8A62-43EECD38FD32}" srcOrd="1" destOrd="0" presId="urn:microsoft.com/office/officeart/2018/2/layout/IconLabelList"/>
    <dgm:cxn modelId="{6C3660C2-566C-4737-AB37-5067459199C7}" type="presParOf" srcId="{940C2D60-D23D-4F81-92B6-30CC15E8A33F}" destId="{2AE18CA3-DA81-4178-9E9E-6304900F0C19}" srcOrd="2" destOrd="0" presId="urn:microsoft.com/office/officeart/2018/2/layout/IconLabelList"/>
    <dgm:cxn modelId="{20AFE30E-FCCE-48CB-AFD5-1D70568EE880}" type="presParOf" srcId="{358B1A85-96D9-49FA-9EF7-008621ACD459}" destId="{0248570E-B514-4C1C-9EB8-6087FD937B16}" srcOrd="1" destOrd="0" presId="urn:microsoft.com/office/officeart/2018/2/layout/IconLabelList"/>
    <dgm:cxn modelId="{2B412098-2C06-48B2-B59A-0683DFD6E20F}" type="presParOf" srcId="{358B1A85-96D9-49FA-9EF7-008621ACD459}" destId="{D13E0081-0D05-4BB9-961B-AFEF21BDC51E}" srcOrd="2" destOrd="0" presId="urn:microsoft.com/office/officeart/2018/2/layout/IconLabelList"/>
    <dgm:cxn modelId="{376DD973-0DC0-4CCF-A951-A98D826228F1}" type="presParOf" srcId="{D13E0081-0D05-4BB9-961B-AFEF21BDC51E}" destId="{9D527AF6-B4CD-4F31-9C2F-33F262E2472A}" srcOrd="0" destOrd="0" presId="urn:microsoft.com/office/officeart/2018/2/layout/IconLabelList"/>
    <dgm:cxn modelId="{5DA332B3-0927-45FD-8F4D-44D3FBE02EF4}" type="presParOf" srcId="{D13E0081-0D05-4BB9-961B-AFEF21BDC51E}" destId="{F16DD545-C20D-4584-B4CF-6905A9E3CB11}" srcOrd="1" destOrd="0" presId="urn:microsoft.com/office/officeart/2018/2/layout/IconLabelList"/>
    <dgm:cxn modelId="{88AF7A92-8F4B-4DDE-9890-8F345D99CE2C}" type="presParOf" srcId="{D13E0081-0D05-4BB9-961B-AFEF21BDC51E}" destId="{223535D8-ECBC-4DAD-8F86-214BADAD7034}" srcOrd="2" destOrd="0" presId="urn:microsoft.com/office/officeart/2018/2/layout/IconLabelList"/>
    <dgm:cxn modelId="{3920861D-DBCC-4087-A4C7-3D6BCA009571}" type="presParOf" srcId="{358B1A85-96D9-49FA-9EF7-008621ACD459}" destId="{FD076E00-69B1-43C7-94B0-238750E14BF0}" srcOrd="3" destOrd="0" presId="urn:microsoft.com/office/officeart/2018/2/layout/IconLabelList"/>
    <dgm:cxn modelId="{157BB253-EE4C-42B6-9BAF-C72C2353D089}" type="presParOf" srcId="{358B1A85-96D9-49FA-9EF7-008621ACD459}" destId="{F5DCB863-5FBF-4C64-AD4A-E5CA149F42C7}" srcOrd="4" destOrd="0" presId="urn:microsoft.com/office/officeart/2018/2/layout/IconLabelList"/>
    <dgm:cxn modelId="{BADCF4ED-B61A-419C-B77B-F7C08A28235B}" type="presParOf" srcId="{F5DCB863-5FBF-4C64-AD4A-E5CA149F42C7}" destId="{05EEF1E7-3308-42F8-9CB8-EBF724FA3A8B}" srcOrd="0" destOrd="0" presId="urn:microsoft.com/office/officeart/2018/2/layout/IconLabelList"/>
    <dgm:cxn modelId="{DC5DC681-8113-4F7C-B902-CC315F17375A}" type="presParOf" srcId="{F5DCB863-5FBF-4C64-AD4A-E5CA149F42C7}" destId="{2B386357-5D97-4AEF-8BD6-8F90B7EC3BC8}" srcOrd="1" destOrd="0" presId="urn:microsoft.com/office/officeart/2018/2/layout/IconLabelList"/>
    <dgm:cxn modelId="{E8D4189C-C62E-45FE-A1F0-00A6D299DCF8}" type="presParOf" srcId="{F5DCB863-5FBF-4C64-AD4A-E5CA149F42C7}" destId="{A98AD040-A8A0-4FCF-A5A7-DBF8A668BD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166EA98-9C64-4735-A264-F36E642B916B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85709C6-9335-4068-B2E9-5EE5861BA444}">
      <dgm:prSet/>
      <dgm:spPr/>
      <dgm:t>
        <a:bodyPr/>
        <a:lstStyle/>
        <a:p>
          <a:r>
            <a:rPr lang="en-US"/>
            <a:t>Fluxo ponta a ponta</a:t>
          </a:r>
        </a:p>
      </dgm:t>
    </dgm:pt>
    <dgm:pt modelId="{976A405C-A13F-4F9E-9988-D07F458B51DA}" type="parTrans" cxnId="{90E92ADC-FF70-485F-BDB6-49C2CB7B8D44}">
      <dgm:prSet/>
      <dgm:spPr/>
      <dgm:t>
        <a:bodyPr/>
        <a:lstStyle/>
        <a:p>
          <a:endParaRPr lang="en-US"/>
        </a:p>
      </dgm:t>
    </dgm:pt>
    <dgm:pt modelId="{F9CD0C76-830D-4864-BA16-75806B3BBA37}" type="sibTrans" cxnId="{90E92ADC-FF70-485F-BDB6-49C2CB7B8D44}">
      <dgm:prSet/>
      <dgm:spPr/>
      <dgm:t>
        <a:bodyPr/>
        <a:lstStyle/>
        <a:p>
          <a:endParaRPr lang="en-US"/>
        </a:p>
      </dgm:t>
    </dgm:pt>
    <dgm:pt modelId="{19442130-D4B5-420F-96C2-C6607DF12B9B}">
      <dgm:prSet/>
      <dgm:spPr/>
      <dgm:t>
        <a:bodyPr/>
        <a:lstStyle/>
        <a:p>
          <a:r>
            <a:rPr lang="en-US"/>
            <a:t>MVP validável</a:t>
          </a:r>
        </a:p>
      </dgm:t>
    </dgm:pt>
    <dgm:pt modelId="{6625EF98-0623-4065-B43D-56DE93935150}" type="parTrans" cxnId="{A6E9558E-CABE-4CB3-BBFF-B1BABB37C0B7}">
      <dgm:prSet/>
      <dgm:spPr/>
      <dgm:t>
        <a:bodyPr/>
        <a:lstStyle/>
        <a:p>
          <a:endParaRPr lang="en-US"/>
        </a:p>
      </dgm:t>
    </dgm:pt>
    <dgm:pt modelId="{62DB1FD4-7778-4B0E-A412-673DB4B4DF0E}" type="sibTrans" cxnId="{A6E9558E-CABE-4CB3-BBFF-B1BABB37C0B7}">
      <dgm:prSet/>
      <dgm:spPr/>
      <dgm:t>
        <a:bodyPr/>
        <a:lstStyle/>
        <a:p>
          <a:endParaRPr lang="en-US"/>
        </a:p>
      </dgm:t>
    </dgm:pt>
    <dgm:pt modelId="{D54F008C-53FA-40A6-A9FB-5072F273661E}">
      <dgm:prSet/>
      <dgm:spPr/>
      <dgm:t>
        <a:bodyPr/>
        <a:lstStyle/>
        <a:p>
          <a:r>
            <a:rPr lang="en-US"/>
            <a:t>Base produtiva</a:t>
          </a:r>
        </a:p>
      </dgm:t>
    </dgm:pt>
    <dgm:pt modelId="{A80695AB-0EF4-4866-BF83-ADAB00781276}" type="parTrans" cxnId="{DABC6F51-9DCD-462F-9259-083F244EF0CD}">
      <dgm:prSet/>
      <dgm:spPr/>
      <dgm:t>
        <a:bodyPr/>
        <a:lstStyle/>
        <a:p>
          <a:endParaRPr lang="en-US"/>
        </a:p>
      </dgm:t>
    </dgm:pt>
    <dgm:pt modelId="{A0F33FAD-7687-48DE-B6EF-326179C73391}" type="sibTrans" cxnId="{DABC6F51-9DCD-462F-9259-083F244EF0CD}">
      <dgm:prSet/>
      <dgm:spPr/>
      <dgm:t>
        <a:bodyPr/>
        <a:lstStyle/>
        <a:p>
          <a:endParaRPr lang="en-US"/>
        </a:p>
      </dgm:t>
    </dgm:pt>
    <dgm:pt modelId="{8745D13C-FBFF-4092-B7CC-7A3DD442F862}" type="pres">
      <dgm:prSet presAssocID="{A166EA98-9C64-4735-A264-F36E642B91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EB450D-D6A6-412E-8D90-DD59EC04B293}" type="pres">
      <dgm:prSet presAssocID="{785709C6-9335-4068-B2E9-5EE5861BA444}" presName="hierRoot1" presStyleCnt="0"/>
      <dgm:spPr/>
    </dgm:pt>
    <dgm:pt modelId="{568E6908-0871-48CB-98B0-187CA2D8172F}" type="pres">
      <dgm:prSet presAssocID="{785709C6-9335-4068-B2E9-5EE5861BA444}" presName="composite" presStyleCnt="0"/>
      <dgm:spPr/>
    </dgm:pt>
    <dgm:pt modelId="{B371F7FE-2490-4CC8-949F-4CD5DC1E82E7}" type="pres">
      <dgm:prSet presAssocID="{785709C6-9335-4068-B2E9-5EE5861BA444}" presName="background" presStyleLbl="node0" presStyleIdx="0" presStyleCnt="3"/>
      <dgm:spPr/>
    </dgm:pt>
    <dgm:pt modelId="{7A77D2BB-BC3F-4CBC-9334-D02C96C66EBB}" type="pres">
      <dgm:prSet presAssocID="{785709C6-9335-4068-B2E9-5EE5861BA444}" presName="text" presStyleLbl="fgAcc0" presStyleIdx="0" presStyleCnt="3">
        <dgm:presLayoutVars>
          <dgm:chPref val="3"/>
        </dgm:presLayoutVars>
      </dgm:prSet>
      <dgm:spPr/>
    </dgm:pt>
    <dgm:pt modelId="{2AB43682-3633-4726-953D-2D6720C8583F}" type="pres">
      <dgm:prSet presAssocID="{785709C6-9335-4068-B2E9-5EE5861BA444}" presName="hierChild2" presStyleCnt="0"/>
      <dgm:spPr/>
    </dgm:pt>
    <dgm:pt modelId="{60F0C59A-4686-4C01-9709-0B7A2BC5D125}" type="pres">
      <dgm:prSet presAssocID="{19442130-D4B5-420F-96C2-C6607DF12B9B}" presName="hierRoot1" presStyleCnt="0"/>
      <dgm:spPr/>
    </dgm:pt>
    <dgm:pt modelId="{A7EF6F1B-805D-48DC-8B2E-371C567A26C7}" type="pres">
      <dgm:prSet presAssocID="{19442130-D4B5-420F-96C2-C6607DF12B9B}" presName="composite" presStyleCnt="0"/>
      <dgm:spPr/>
    </dgm:pt>
    <dgm:pt modelId="{F2E68FA2-B7D5-4C7A-9DF8-1CD877814D5D}" type="pres">
      <dgm:prSet presAssocID="{19442130-D4B5-420F-96C2-C6607DF12B9B}" presName="background" presStyleLbl="node0" presStyleIdx="1" presStyleCnt="3"/>
      <dgm:spPr/>
    </dgm:pt>
    <dgm:pt modelId="{2D35B905-82FE-4EAA-886C-32E80E993BDD}" type="pres">
      <dgm:prSet presAssocID="{19442130-D4B5-420F-96C2-C6607DF12B9B}" presName="text" presStyleLbl="fgAcc0" presStyleIdx="1" presStyleCnt="3">
        <dgm:presLayoutVars>
          <dgm:chPref val="3"/>
        </dgm:presLayoutVars>
      </dgm:prSet>
      <dgm:spPr/>
    </dgm:pt>
    <dgm:pt modelId="{E1818582-993E-4B35-AB53-43119A6C5ADB}" type="pres">
      <dgm:prSet presAssocID="{19442130-D4B5-420F-96C2-C6607DF12B9B}" presName="hierChild2" presStyleCnt="0"/>
      <dgm:spPr/>
    </dgm:pt>
    <dgm:pt modelId="{B51F40D3-8F0B-4703-BBF9-2EF21FCE55D4}" type="pres">
      <dgm:prSet presAssocID="{D54F008C-53FA-40A6-A9FB-5072F273661E}" presName="hierRoot1" presStyleCnt="0"/>
      <dgm:spPr/>
    </dgm:pt>
    <dgm:pt modelId="{CB772EED-CC61-46E6-9A98-D545B913ADD2}" type="pres">
      <dgm:prSet presAssocID="{D54F008C-53FA-40A6-A9FB-5072F273661E}" presName="composite" presStyleCnt="0"/>
      <dgm:spPr/>
    </dgm:pt>
    <dgm:pt modelId="{C354DF45-4A8C-4CD4-B47F-0780A9FDB6C4}" type="pres">
      <dgm:prSet presAssocID="{D54F008C-53FA-40A6-A9FB-5072F273661E}" presName="background" presStyleLbl="node0" presStyleIdx="2" presStyleCnt="3"/>
      <dgm:spPr/>
    </dgm:pt>
    <dgm:pt modelId="{7D555C6B-3B7C-4E32-A381-48D651F74533}" type="pres">
      <dgm:prSet presAssocID="{D54F008C-53FA-40A6-A9FB-5072F273661E}" presName="text" presStyleLbl="fgAcc0" presStyleIdx="2" presStyleCnt="3">
        <dgm:presLayoutVars>
          <dgm:chPref val="3"/>
        </dgm:presLayoutVars>
      </dgm:prSet>
      <dgm:spPr/>
    </dgm:pt>
    <dgm:pt modelId="{567C1573-695A-45EB-8842-12BFA5A5C791}" type="pres">
      <dgm:prSet presAssocID="{D54F008C-53FA-40A6-A9FB-5072F273661E}" presName="hierChild2" presStyleCnt="0"/>
      <dgm:spPr/>
    </dgm:pt>
  </dgm:ptLst>
  <dgm:cxnLst>
    <dgm:cxn modelId="{9BEC7F0A-8CF1-4338-902D-02C7FEF67D04}" type="presOf" srcId="{785709C6-9335-4068-B2E9-5EE5861BA444}" destId="{7A77D2BB-BC3F-4CBC-9334-D02C96C66EBB}" srcOrd="0" destOrd="0" presId="urn:microsoft.com/office/officeart/2005/8/layout/hierarchy1"/>
    <dgm:cxn modelId="{2404204A-FB63-4333-89E5-14F750FC5466}" type="presOf" srcId="{D54F008C-53FA-40A6-A9FB-5072F273661E}" destId="{7D555C6B-3B7C-4E32-A381-48D651F74533}" srcOrd="0" destOrd="0" presId="urn:microsoft.com/office/officeart/2005/8/layout/hierarchy1"/>
    <dgm:cxn modelId="{DABC6F51-9DCD-462F-9259-083F244EF0CD}" srcId="{A166EA98-9C64-4735-A264-F36E642B916B}" destId="{D54F008C-53FA-40A6-A9FB-5072F273661E}" srcOrd="2" destOrd="0" parTransId="{A80695AB-0EF4-4866-BF83-ADAB00781276}" sibTransId="{A0F33FAD-7687-48DE-B6EF-326179C73391}"/>
    <dgm:cxn modelId="{CA4A1C57-1841-4FDC-85B5-DF82642229C5}" type="presOf" srcId="{19442130-D4B5-420F-96C2-C6607DF12B9B}" destId="{2D35B905-82FE-4EAA-886C-32E80E993BDD}" srcOrd="0" destOrd="0" presId="urn:microsoft.com/office/officeart/2005/8/layout/hierarchy1"/>
    <dgm:cxn modelId="{A6E9558E-CABE-4CB3-BBFF-B1BABB37C0B7}" srcId="{A166EA98-9C64-4735-A264-F36E642B916B}" destId="{19442130-D4B5-420F-96C2-C6607DF12B9B}" srcOrd="1" destOrd="0" parTransId="{6625EF98-0623-4065-B43D-56DE93935150}" sibTransId="{62DB1FD4-7778-4B0E-A412-673DB4B4DF0E}"/>
    <dgm:cxn modelId="{9073E8D4-BCE9-4ECA-B86C-8B2E8457B866}" type="presOf" srcId="{A166EA98-9C64-4735-A264-F36E642B916B}" destId="{8745D13C-FBFF-4092-B7CC-7A3DD442F862}" srcOrd="0" destOrd="0" presId="urn:microsoft.com/office/officeart/2005/8/layout/hierarchy1"/>
    <dgm:cxn modelId="{90E92ADC-FF70-485F-BDB6-49C2CB7B8D44}" srcId="{A166EA98-9C64-4735-A264-F36E642B916B}" destId="{785709C6-9335-4068-B2E9-5EE5861BA444}" srcOrd="0" destOrd="0" parTransId="{976A405C-A13F-4F9E-9988-D07F458B51DA}" sibTransId="{F9CD0C76-830D-4864-BA16-75806B3BBA37}"/>
    <dgm:cxn modelId="{294A0E29-8D05-4C29-A557-9BE2C25D60C0}" type="presParOf" srcId="{8745D13C-FBFF-4092-B7CC-7A3DD442F862}" destId="{AFEB450D-D6A6-412E-8D90-DD59EC04B293}" srcOrd="0" destOrd="0" presId="urn:microsoft.com/office/officeart/2005/8/layout/hierarchy1"/>
    <dgm:cxn modelId="{23902226-679F-42EB-A395-D8F485E38C21}" type="presParOf" srcId="{AFEB450D-D6A6-412E-8D90-DD59EC04B293}" destId="{568E6908-0871-48CB-98B0-187CA2D8172F}" srcOrd="0" destOrd="0" presId="urn:microsoft.com/office/officeart/2005/8/layout/hierarchy1"/>
    <dgm:cxn modelId="{BA9E854D-8E17-4E1C-96C8-03E82FCE132B}" type="presParOf" srcId="{568E6908-0871-48CB-98B0-187CA2D8172F}" destId="{B371F7FE-2490-4CC8-949F-4CD5DC1E82E7}" srcOrd="0" destOrd="0" presId="urn:microsoft.com/office/officeart/2005/8/layout/hierarchy1"/>
    <dgm:cxn modelId="{6B97A332-F36B-4A42-A24B-7D674E4AD5BE}" type="presParOf" srcId="{568E6908-0871-48CB-98B0-187CA2D8172F}" destId="{7A77D2BB-BC3F-4CBC-9334-D02C96C66EBB}" srcOrd="1" destOrd="0" presId="urn:microsoft.com/office/officeart/2005/8/layout/hierarchy1"/>
    <dgm:cxn modelId="{4D0F84D8-7C5F-47A9-A8F6-025608B3593A}" type="presParOf" srcId="{AFEB450D-D6A6-412E-8D90-DD59EC04B293}" destId="{2AB43682-3633-4726-953D-2D6720C8583F}" srcOrd="1" destOrd="0" presId="urn:microsoft.com/office/officeart/2005/8/layout/hierarchy1"/>
    <dgm:cxn modelId="{5A409DDE-FDFB-46EB-9909-6E8EDD8FB02F}" type="presParOf" srcId="{8745D13C-FBFF-4092-B7CC-7A3DD442F862}" destId="{60F0C59A-4686-4C01-9709-0B7A2BC5D125}" srcOrd="1" destOrd="0" presId="urn:microsoft.com/office/officeart/2005/8/layout/hierarchy1"/>
    <dgm:cxn modelId="{01BB8CDD-EADC-4709-9528-F1DFEFE90C0C}" type="presParOf" srcId="{60F0C59A-4686-4C01-9709-0B7A2BC5D125}" destId="{A7EF6F1B-805D-48DC-8B2E-371C567A26C7}" srcOrd="0" destOrd="0" presId="urn:microsoft.com/office/officeart/2005/8/layout/hierarchy1"/>
    <dgm:cxn modelId="{71EF8AF3-0D94-47EC-BF14-34013175E09F}" type="presParOf" srcId="{A7EF6F1B-805D-48DC-8B2E-371C567A26C7}" destId="{F2E68FA2-B7D5-4C7A-9DF8-1CD877814D5D}" srcOrd="0" destOrd="0" presId="urn:microsoft.com/office/officeart/2005/8/layout/hierarchy1"/>
    <dgm:cxn modelId="{4C408F9F-F821-4F30-90C2-5660C17A797D}" type="presParOf" srcId="{A7EF6F1B-805D-48DC-8B2E-371C567A26C7}" destId="{2D35B905-82FE-4EAA-886C-32E80E993BDD}" srcOrd="1" destOrd="0" presId="urn:microsoft.com/office/officeart/2005/8/layout/hierarchy1"/>
    <dgm:cxn modelId="{3FB28CFA-137F-404F-8B99-38913DA4C71D}" type="presParOf" srcId="{60F0C59A-4686-4C01-9709-0B7A2BC5D125}" destId="{E1818582-993E-4B35-AB53-43119A6C5ADB}" srcOrd="1" destOrd="0" presId="urn:microsoft.com/office/officeart/2005/8/layout/hierarchy1"/>
    <dgm:cxn modelId="{86BAF002-4B5D-4275-A432-54FA7B81732E}" type="presParOf" srcId="{8745D13C-FBFF-4092-B7CC-7A3DD442F862}" destId="{B51F40D3-8F0B-4703-BBF9-2EF21FCE55D4}" srcOrd="2" destOrd="0" presId="urn:microsoft.com/office/officeart/2005/8/layout/hierarchy1"/>
    <dgm:cxn modelId="{AEE43683-9B21-4928-A6CC-6D68F5BF1420}" type="presParOf" srcId="{B51F40D3-8F0B-4703-BBF9-2EF21FCE55D4}" destId="{CB772EED-CC61-46E6-9A98-D545B913ADD2}" srcOrd="0" destOrd="0" presId="urn:microsoft.com/office/officeart/2005/8/layout/hierarchy1"/>
    <dgm:cxn modelId="{80E9384E-CD34-46DC-9720-0EACCC71D06E}" type="presParOf" srcId="{CB772EED-CC61-46E6-9A98-D545B913ADD2}" destId="{C354DF45-4A8C-4CD4-B47F-0780A9FDB6C4}" srcOrd="0" destOrd="0" presId="urn:microsoft.com/office/officeart/2005/8/layout/hierarchy1"/>
    <dgm:cxn modelId="{A1A65159-8462-4EB4-8489-32372BDB83D5}" type="presParOf" srcId="{CB772EED-CC61-46E6-9A98-D545B913ADD2}" destId="{7D555C6B-3B7C-4E32-A381-48D651F74533}" srcOrd="1" destOrd="0" presId="urn:microsoft.com/office/officeart/2005/8/layout/hierarchy1"/>
    <dgm:cxn modelId="{B2EA5414-E57C-4E9E-9C50-BDEFC13BCFE5}" type="presParOf" srcId="{B51F40D3-8F0B-4703-BBF9-2EF21FCE55D4}" destId="{567C1573-695A-45EB-8842-12BFA5A5C79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0DB6A93-6B81-45C4-B347-F12C6C42002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CF147E-1324-4959-9F34-57BBD526A921}">
      <dgm:prSet/>
      <dgm:spPr/>
      <dgm:t>
        <a:bodyPr/>
        <a:lstStyle/>
        <a:p>
          <a:r>
            <a:rPr lang="en-US"/>
            <a:t>Microsserviços</a:t>
          </a:r>
        </a:p>
      </dgm:t>
    </dgm:pt>
    <dgm:pt modelId="{58B2B7E2-44CE-46EA-9A55-A604FAF6DFA6}" type="parTrans" cxnId="{AA917FCD-21A9-4848-8B3B-0192CC9F03CD}">
      <dgm:prSet/>
      <dgm:spPr/>
      <dgm:t>
        <a:bodyPr/>
        <a:lstStyle/>
        <a:p>
          <a:endParaRPr lang="en-US"/>
        </a:p>
      </dgm:t>
    </dgm:pt>
    <dgm:pt modelId="{B1CA6391-978F-4D0D-BA51-19CEA416792B}" type="sibTrans" cxnId="{AA917FCD-21A9-4848-8B3B-0192CC9F03CD}">
      <dgm:prSet/>
      <dgm:spPr/>
      <dgm:t>
        <a:bodyPr/>
        <a:lstStyle/>
        <a:p>
          <a:endParaRPr lang="en-US"/>
        </a:p>
      </dgm:t>
    </dgm:pt>
    <dgm:pt modelId="{DC715380-7E30-4F54-B92B-9F00E4C17440}">
      <dgm:prSet/>
      <dgm:spPr/>
      <dgm:t>
        <a:bodyPr/>
        <a:lstStyle/>
        <a:p>
          <a:r>
            <a:rPr lang="en-US"/>
            <a:t>Azure OpenAI</a:t>
          </a:r>
        </a:p>
      </dgm:t>
    </dgm:pt>
    <dgm:pt modelId="{4E2BC6C5-0080-4853-87D1-2527C5AF5D73}" type="parTrans" cxnId="{DA90834F-F97D-4C8A-913A-4A0DBC9BC77D}">
      <dgm:prSet/>
      <dgm:spPr/>
      <dgm:t>
        <a:bodyPr/>
        <a:lstStyle/>
        <a:p>
          <a:endParaRPr lang="en-US"/>
        </a:p>
      </dgm:t>
    </dgm:pt>
    <dgm:pt modelId="{F19BBE96-2705-4119-BDEC-366A92D765E2}" type="sibTrans" cxnId="{DA90834F-F97D-4C8A-913A-4A0DBC9BC77D}">
      <dgm:prSet/>
      <dgm:spPr/>
      <dgm:t>
        <a:bodyPr/>
        <a:lstStyle/>
        <a:p>
          <a:endParaRPr lang="en-US"/>
        </a:p>
      </dgm:t>
    </dgm:pt>
    <dgm:pt modelId="{C150DE5E-0230-44D2-BD85-7FEAB734AB74}">
      <dgm:prSet/>
      <dgm:spPr/>
      <dgm:t>
        <a:bodyPr/>
        <a:lstStyle/>
        <a:p>
          <a:r>
            <a:rPr lang="en-US"/>
            <a:t>Trade-offs controlados</a:t>
          </a:r>
        </a:p>
      </dgm:t>
    </dgm:pt>
    <dgm:pt modelId="{F214F581-1207-496E-8D9C-7DE6EBC7C4BC}" type="parTrans" cxnId="{BF941713-7801-432E-AA5D-EFB9C93E4500}">
      <dgm:prSet/>
      <dgm:spPr/>
      <dgm:t>
        <a:bodyPr/>
        <a:lstStyle/>
        <a:p>
          <a:endParaRPr lang="en-US"/>
        </a:p>
      </dgm:t>
    </dgm:pt>
    <dgm:pt modelId="{745DE45F-9E69-4BA1-9221-1443FB0CF60C}" type="sibTrans" cxnId="{BF941713-7801-432E-AA5D-EFB9C93E4500}">
      <dgm:prSet/>
      <dgm:spPr/>
      <dgm:t>
        <a:bodyPr/>
        <a:lstStyle/>
        <a:p>
          <a:endParaRPr lang="en-US"/>
        </a:p>
      </dgm:t>
    </dgm:pt>
    <dgm:pt modelId="{1C94A1FA-400A-44AA-86CE-76A697280EBB}" type="pres">
      <dgm:prSet presAssocID="{70DB6A93-6B81-45C4-B347-F12C6C42002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A517230-7038-4853-9357-BCB65FC694E8}" type="pres">
      <dgm:prSet presAssocID="{57CF147E-1324-4959-9F34-57BBD526A921}" presName="hierRoot1" presStyleCnt="0"/>
      <dgm:spPr/>
    </dgm:pt>
    <dgm:pt modelId="{044A7EB1-3B91-44D0-ACE8-7A19ED9EAA51}" type="pres">
      <dgm:prSet presAssocID="{57CF147E-1324-4959-9F34-57BBD526A921}" presName="composite" presStyleCnt="0"/>
      <dgm:spPr/>
    </dgm:pt>
    <dgm:pt modelId="{1BFE8376-B9CB-44EC-9DF3-1CB70AA6D656}" type="pres">
      <dgm:prSet presAssocID="{57CF147E-1324-4959-9F34-57BBD526A921}" presName="background" presStyleLbl="node0" presStyleIdx="0" presStyleCnt="3"/>
      <dgm:spPr/>
    </dgm:pt>
    <dgm:pt modelId="{01408606-E6DF-4124-AF3B-BBEBE5E194B2}" type="pres">
      <dgm:prSet presAssocID="{57CF147E-1324-4959-9F34-57BBD526A921}" presName="text" presStyleLbl="fgAcc0" presStyleIdx="0" presStyleCnt="3">
        <dgm:presLayoutVars>
          <dgm:chPref val="3"/>
        </dgm:presLayoutVars>
      </dgm:prSet>
      <dgm:spPr/>
    </dgm:pt>
    <dgm:pt modelId="{819E61A1-528F-4AF2-AA23-1935D6D0D21B}" type="pres">
      <dgm:prSet presAssocID="{57CF147E-1324-4959-9F34-57BBD526A921}" presName="hierChild2" presStyleCnt="0"/>
      <dgm:spPr/>
    </dgm:pt>
    <dgm:pt modelId="{9F963215-8A0B-439C-8005-9A0111F4C75A}" type="pres">
      <dgm:prSet presAssocID="{DC715380-7E30-4F54-B92B-9F00E4C17440}" presName="hierRoot1" presStyleCnt="0"/>
      <dgm:spPr/>
    </dgm:pt>
    <dgm:pt modelId="{32582EB7-DFE9-4C50-B518-8AE29F377195}" type="pres">
      <dgm:prSet presAssocID="{DC715380-7E30-4F54-B92B-9F00E4C17440}" presName="composite" presStyleCnt="0"/>
      <dgm:spPr/>
    </dgm:pt>
    <dgm:pt modelId="{7BF8D4C1-A946-4F93-910F-6C13DCF903C1}" type="pres">
      <dgm:prSet presAssocID="{DC715380-7E30-4F54-B92B-9F00E4C17440}" presName="background" presStyleLbl="node0" presStyleIdx="1" presStyleCnt="3"/>
      <dgm:spPr/>
    </dgm:pt>
    <dgm:pt modelId="{690394FF-FCD2-4BE2-B71E-CF837ECD7AC9}" type="pres">
      <dgm:prSet presAssocID="{DC715380-7E30-4F54-B92B-9F00E4C17440}" presName="text" presStyleLbl="fgAcc0" presStyleIdx="1" presStyleCnt="3">
        <dgm:presLayoutVars>
          <dgm:chPref val="3"/>
        </dgm:presLayoutVars>
      </dgm:prSet>
      <dgm:spPr/>
    </dgm:pt>
    <dgm:pt modelId="{5B8D6741-0994-497C-A357-BB1BBE6BE2C5}" type="pres">
      <dgm:prSet presAssocID="{DC715380-7E30-4F54-B92B-9F00E4C17440}" presName="hierChild2" presStyleCnt="0"/>
      <dgm:spPr/>
    </dgm:pt>
    <dgm:pt modelId="{3FC16072-8914-4050-8888-DDED654AC69A}" type="pres">
      <dgm:prSet presAssocID="{C150DE5E-0230-44D2-BD85-7FEAB734AB74}" presName="hierRoot1" presStyleCnt="0"/>
      <dgm:spPr/>
    </dgm:pt>
    <dgm:pt modelId="{7F54C72A-C892-4042-8EE2-2A9AD8F28F54}" type="pres">
      <dgm:prSet presAssocID="{C150DE5E-0230-44D2-BD85-7FEAB734AB74}" presName="composite" presStyleCnt="0"/>
      <dgm:spPr/>
    </dgm:pt>
    <dgm:pt modelId="{2C4F8A4C-A74D-478B-AA74-783514F97045}" type="pres">
      <dgm:prSet presAssocID="{C150DE5E-0230-44D2-BD85-7FEAB734AB74}" presName="background" presStyleLbl="node0" presStyleIdx="2" presStyleCnt="3"/>
      <dgm:spPr/>
    </dgm:pt>
    <dgm:pt modelId="{68155C6B-8EA9-4D67-A6ED-F47B3F2F4461}" type="pres">
      <dgm:prSet presAssocID="{C150DE5E-0230-44D2-BD85-7FEAB734AB74}" presName="text" presStyleLbl="fgAcc0" presStyleIdx="2" presStyleCnt="3">
        <dgm:presLayoutVars>
          <dgm:chPref val="3"/>
        </dgm:presLayoutVars>
      </dgm:prSet>
      <dgm:spPr/>
    </dgm:pt>
    <dgm:pt modelId="{5687D853-04C1-4427-A0C4-11FB2FE19BFB}" type="pres">
      <dgm:prSet presAssocID="{C150DE5E-0230-44D2-BD85-7FEAB734AB74}" presName="hierChild2" presStyleCnt="0"/>
      <dgm:spPr/>
    </dgm:pt>
  </dgm:ptLst>
  <dgm:cxnLst>
    <dgm:cxn modelId="{D72BB60C-4A3F-40F6-8469-905345D54C12}" type="presOf" srcId="{DC715380-7E30-4F54-B92B-9F00E4C17440}" destId="{690394FF-FCD2-4BE2-B71E-CF837ECD7AC9}" srcOrd="0" destOrd="0" presId="urn:microsoft.com/office/officeart/2005/8/layout/hierarchy1"/>
    <dgm:cxn modelId="{BF941713-7801-432E-AA5D-EFB9C93E4500}" srcId="{70DB6A93-6B81-45C4-B347-F12C6C420024}" destId="{C150DE5E-0230-44D2-BD85-7FEAB734AB74}" srcOrd="2" destOrd="0" parTransId="{F214F581-1207-496E-8D9C-7DE6EBC7C4BC}" sibTransId="{745DE45F-9E69-4BA1-9221-1443FB0CF60C}"/>
    <dgm:cxn modelId="{129B4625-B73B-4F6E-9155-9A1BD993DF8A}" type="presOf" srcId="{70DB6A93-6B81-45C4-B347-F12C6C420024}" destId="{1C94A1FA-400A-44AA-86CE-76A697280EBB}" srcOrd="0" destOrd="0" presId="urn:microsoft.com/office/officeart/2005/8/layout/hierarchy1"/>
    <dgm:cxn modelId="{21866D29-41C2-452E-8CA0-F38FDD1FC784}" type="presOf" srcId="{57CF147E-1324-4959-9F34-57BBD526A921}" destId="{01408606-E6DF-4124-AF3B-BBEBE5E194B2}" srcOrd="0" destOrd="0" presId="urn:microsoft.com/office/officeart/2005/8/layout/hierarchy1"/>
    <dgm:cxn modelId="{DA90834F-F97D-4C8A-913A-4A0DBC9BC77D}" srcId="{70DB6A93-6B81-45C4-B347-F12C6C420024}" destId="{DC715380-7E30-4F54-B92B-9F00E4C17440}" srcOrd="1" destOrd="0" parTransId="{4E2BC6C5-0080-4853-87D1-2527C5AF5D73}" sibTransId="{F19BBE96-2705-4119-BDEC-366A92D765E2}"/>
    <dgm:cxn modelId="{AA917FCD-21A9-4848-8B3B-0192CC9F03CD}" srcId="{70DB6A93-6B81-45C4-B347-F12C6C420024}" destId="{57CF147E-1324-4959-9F34-57BBD526A921}" srcOrd="0" destOrd="0" parTransId="{58B2B7E2-44CE-46EA-9A55-A604FAF6DFA6}" sibTransId="{B1CA6391-978F-4D0D-BA51-19CEA416792B}"/>
    <dgm:cxn modelId="{88D3DFEE-2F44-4286-9481-CC2E777EA0D7}" type="presOf" srcId="{C150DE5E-0230-44D2-BD85-7FEAB734AB74}" destId="{68155C6B-8EA9-4D67-A6ED-F47B3F2F4461}" srcOrd="0" destOrd="0" presId="urn:microsoft.com/office/officeart/2005/8/layout/hierarchy1"/>
    <dgm:cxn modelId="{4A5D74B0-3BCF-4C45-AC13-F54DD3665C4E}" type="presParOf" srcId="{1C94A1FA-400A-44AA-86CE-76A697280EBB}" destId="{2A517230-7038-4853-9357-BCB65FC694E8}" srcOrd="0" destOrd="0" presId="urn:microsoft.com/office/officeart/2005/8/layout/hierarchy1"/>
    <dgm:cxn modelId="{26EEE5FF-7575-4DF6-86F5-FC73643A8EDF}" type="presParOf" srcId="{2A517230-7038-4853-9357-BCB65FC694E8}" destId="{044A7EB1-3B91-44D0-ACE8-7A19ED9EAA51}" srcOrd="0" destOrd="0" presId="urn:microsoft.com/office/officeart/2005/8/layout/hierarchy1"/>
    <dgm:cxn modelId="{0DDB6CFA-22E7-4F56-83CC-6EF7112EB46F}" type="presParOf" srcId="{044A7EB1-3B91-44D0-ACE8-7A19ED9EAA51}" destId="{1BFE8376-B9CB-44EC-9DF3-1CB70AA6D656}" srcOrd="0" destOrd="0" presId="urn:microsoft.com/office/officeart/2005/8/layout/hierarchy1"/>
    <dgm:cxn modelId="{E06E317B-5067-4537-9222-16E20ED68F7F}" type="presParOf" srcId="{044A7EB1-3B91-44D0-ACE8-7A19ED9EAA51}" destId="{01408606-E6DF-4124-AF3B-BBEBE5E194B2}" srcOrd="1" destOrd="0" presId="urn:microsoft.com/office/officeart/2005/8/layout/hierarchy1"/>
    <dgm:cxn modelId="{4E0579AB-0D74-41D5-8EAC-27A5768D89EA}" type="presParOf" srcId="{2A517230-7038-4853-9357-BCB65FC694E8}" destId="{819E61A1-528F-4AF2-AA23-1935D6D0D21B}" srcOrd="1" destOrd="0" presId="urn:microsoft.com/office/officeart/2005/8/layout/hierarchy1"/>
    <dgm:cxn modelId="{FDAAD57E-FA5F-4488-B3E3-843B03799904}" type="presParOf" srcId="{1C94A1FA-400A-44AA-86CE-76A697280EBB}" destId="{9F963215-8A0B-439C-8005-9A0111F4C75A}" srcOrd="1" destOrd="0" presId="urn:microsoft.com/office/officeart/2005/8/layout/hierarchy1"/>
    <dgm:cxn modelId="{AF1F6FC3-85AC-4E4D-A6C3-F10801D0AE16}" type="presParOf" srcId="{9F963215-8A0B-439C-8005-9A0111F4C75A}" destId="{32582EB7-DFE9-4C50-B518-8AE29F377195}" srcOrd="0" destOrd="0" presId="urn:microsoft.com/office/officeart/2005/8/layout/hierarchy1"/>
    <dgm:cxn modelId="{A127CB8E-C0F4-4351-93F2-D594470B79D4}" type="presParOf" srcId="{32582EB7-DFE9-4C50-B518-8AE29F377195}" destId="{7BF8D4C1-A946-4F93-910F-6C13DCF903C1}" srcOrd="0" destOrd="0" presId="urn:microsoft.com/office/officeart/2005/8/layout/hierarchy1"/>
    <dgm:cxn modelId="{ECCE172B-25BC-411E-9543-4DBF5D816119}" type="presParOf" srcId="{32582EB7-DFE9-4C50-B518-8AE29F377195}" destId="{690394FF-FCD2-4BE2-B71E-CF837ECD7AC9}" srcOrd="1" destOrd="0" presId="urn:microsoft.com/office/officeart/2005/8/layout/hierarchy1"/>
    <dgm:cxn modelId="{0A1C10E0-396A-4E20-9A5C-C44B8887CF33}" type="presParOf" srcId="{9F963215-8A0B-439C-8005-9A0111F4C75A}" destId="{5B8D6741-0994-497C-A357-BB1BBE6BE2C5}" srcOrd="1" destOrd="0" presId="urn:microsoft.com/office/officeart/2005/8/layout/hierarchy1"/>
    <dgm:cxn modelId="{975626E3-A605-4210-9E4B-4BABDB5094FE}" type="presParOf" srcId="{1C94A1FA-400A-44AA-86CE-76A697280EBB}" destId="{3FC16072-8914-4050-8888-DDED654AC69A}" srcOrd="2" destOrd="0" presId="urn:microsoft.com/office/officeart/2005/8/layout/hierarchy1"/>
    <dgm:cxn modelId="{B2C83260-7BAD-45BB-9338-7FE33C1469EE}" type="presParOf" srcId="{3FC16072-8914-4050-8888-DDED654AC69A}" destId="{7F54C72A-C892-4042-8EE2-2A9AD8F28F54}" srcOrd="0" destOrd="0" presId="urn:microsoft.com/office/officeart/2005/8/layout/hierarchy1"/>
    <dgm:cxn modelId="{065C94FC-9D1A-4229-9EE3-BC0DF9316AB3}" type="presParOf" srcId="{7F54C72A-C892-4042-8EE2-2A9AD8F28F54}" destId="{2C4F8A4C-A74D-478B-AA74-783514F97045}" srcOrd="0" destOrd="0" presId="urn:microsoft.com/office/officeart/2005/8/layout/hierarchy1"/>
    <dgm:cxn modelId="{4675ED7C-950F-434E-A89D-10818BA15808}" type="presParOf" srcId="{7F54C72A-C892-4042-8EE2-2A9AD8F28F54}" destId="{68155C6B-8EA9-4D67-A6ED-F47B3F2F4461}" srcOrd="1" destOrd="0" presId="urn:microsoft.com/office/officeart/2005/8/layout/hierarchy1"/>
    <dgm:cxn modelId="{7914E46F-F0E9-4C95-A92C-8806415225FE}" type="presParOf" srcId="{3FC16072-8914-4050-8888-DDED654AC69A}" destId="{5687D853-04C1-4427-A0C4-11FB2FE19BF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6DF5550-A537-4F4B-B4EB-3FF34C2AFA4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8AA8785-2700-4DAB-8F0B-AF0097839239}">
      <dgm:prSet/>
      <dgm:spPr/>
      <dgm:t>
        <a:bodyPr/>
        <a:lstStyle/>
        <a:p>
          <a:r>
            <a:rPr lang="en-US"/>
            <a:t>Telemedicina</a:t>
          </a:r>
        </a:p>
      </dgm:t>
    </dgm:pt>
    <dgm:pt modelId="{B3996FB5-239C-4C42-B80A-1D78DAC23F4D}" type="parTrans" cxnId="{66640816-EB6D-489A-804D-E6B603A9718E}">
      <dgm:prSet/>
      <dgm:spPr/>
      <dgm:t>
        <a:bodyPr/>
        <a:lstStyle/>
        <a:p>
          <a:endParaRPr lang="en-US"/>
        </a:p>
      </dgm:t>
    </dgm:pt>
    <dgm:pt modelId="{64445C53-732A-4C0A-939A-5D1082F0B04E}" type="sibTrans" cxnId="{66640816-EB6D-489A-804D-E6B603A9718E}">
      <dgm:prSet/>
      <dgm:spPr/>
      <dgm:t>
        <a:bodyPr/>
        <a:lstStyle/>
        <a:p>
          <a:endParaRPr lang="en-US"/>
        </a:p>
      </dgm:t>
    </dgm:pt>
    <dgm:pt modelId="{11BD037B-033C-4AB6-9E8D-B5D0DD53430F}">
      <dgm:prSet/>
      <dgm:spPr/>
      <dgm:t>
        <a:bodyPr/>
        <a:lstStyle/>
        <a:p>
          <a:r>
            <a:rPr lang="en-US"/>
            <a:t>Modelos preditivos</a:t>
          </a:r>
        </a:p>
      </dgm:t>
    </dgm:pt>
    <dgm:pt modelId="{6E0C573C-F999-4A60-9CC9-59D04C395389}" type="parTrans" cxnId="{D28CCB3D-0D32-4B27-8437-724D3DEAD183}">
      <dgm:prSet/>
      <dgm:spPr/>
      <dgm:t>
        <a:bodyPr/>
        <a:lstStyle/>
        <a:p>
          <a:endParaRPr lang="en-US"/>
        </a:p>
      </dgm:t>
    </dgm:pt>
    <dgm:pt modelId="{85C8B99E-38D5-4C50-8895-DB192E1BE746}" type="sibTrans" cxnId="{D28CCB3D-0D32-4B27-8437-724D3DEAD183}">
      <dgm:prSet/>
      <dgm:spPr/>
      <dgm:t>
        <a:bodyPr/>
        <a:lstStyle/>
        <a:p>
          <a:endParaRPr lang="en-US"/>
        </a:p>
      </dgm:t>
    </dgm:pt>
    <dgm:pt modelId="{401F2492-96A1-494E-A3D7-7E0C1DF60582}">
      <dgm:prSet/>
      <dgm:spPr/>
      <dgm:t>
        <a:bodyPr/>
        <a:lstStyle/>
        <a:p>
          <a:r>
            <a:rPr lang="en-US"/>
            <a:t>Marketplace</a:t>
          </a:r>
        </a:p>
      </dgm:t>
    </dgm:pt>
    <dgm:pt modelId="{138485BF-BB97-4F40-824B-8965C4F1C8E7}" type="parTrans" cxnId="{0E75355C-7CDF-45EB-98EF-163D2EFBA67D}">
      <dgm:prSet/>
      <dgm:spPr/>
      <dgm:t>
        <a:bodyPr/>
        <a:lstStyle/>
        <a:p>
          <a:endParaRPr lang="en-US"/>
        </a:p>
      </dgm:t>
    </dgm:pt>
    <dgm:pt modelId="{B6949672-4678-4A77-B409-BB956ABD2EAA}" type="sibTrans" cxnId="{0E75355C-7CDF-45EB-98EF-163D2EFBA67D}">
      <dgm:prSet/>
      <dgm:spPr/>
      <dgm:t>
        <a:bodyPr/>
        <a:lstStyle/>
        <a:p>
          <a:endParaRPr lang="en-US"/>
        </a:p>
      </dgm:t>
    </dgm:pt>
    <dgm:pt modelId="{E0B01676-EE4C-426E-A5CA-8DD3893A5F17}" type="pres">
      <dgm:prSet presAssocID="{76DF5550-A537-4F4B-B4EB-3FF34C2AFA4B}" presName="root" presStyleCnt="0">
        <dgm:presLayoutVars>
          <dgm:dir/>
          <dgm:resizeHandles val="exact"/>
        </dgm:presLayoutVars>
      </dgm:prSet>
      <dgm:spPr/>
    </dgm:pt>
    <dgm:pt modelId="{757F56A7-928A-4DE8-B4E9-9A5279DF54C5}" type="pres">
      <dgm:prSet presAssocID="{88AA8785-2700-4DAB-8F0B-AF0097839239}" presName="compNode" presStyleCnt="0"/>
      <dgm:spPr/>
    </dgm:pt>
    <dgm:pt modelId="{69A8A5C2-3E4D-40A6-9E92-0715973F0AAB}" type="pres">
      <dgm:prSet presAssocID="{88AA8785-2700-4DAB-8F0B-AF00978392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etoscópio"/>
        </a:ext>
      </dgm:extLst>
    </dgm:pt>
    <dgm:pt modelId="{EADE5A3E-08A4-4D77-9045-592A359E8299}" type="pres">
      <dgm:prSet presAssocID="{88AA8785-2700-4DAB-8F0B-AF0097839239}" presName="spaceRect" presStyleCnt="0"/>
      <dgm:spPr/>
    </dgm:pt>
    <dgm:pt modelId="{B6E47FA5-5046-401B-AA5F-DF2C8A34465A}" type="pres">
      <dgm:prSet presAssocID="{88AA8785-2700-4DAB-8F0B-AF0097839239}" presName="textRect" presStyleLbl="revTx" presStyleIdx="0" presStyleCnt="3">
        <dgm:presLayoutVars>
          <dgm:chMax val="1"/>
          <dgm:chPref val="1"/>
        </dgm:presLayoutVars>
      </dgm:prSet>
      <dgm:spPr/>
    </dgm:pt>
    <dgm:pt modelId="{378785A4-A7E2-4A9B-B91D-32B78F09DA8C}" type="pres">
      <dgm:prSet presAssocID="{64445C53-732A-4C0A-939A-5D1082F0B04E}" presName="sibTrans" presStyleCnt="0"/>
      <dgm:spPr/>
    </dgm:pt>
    <dgm:pt modelId="{7653DC99-93B5-447F-BFA6-9709F9B54D34}" type="pres">
      <dgm:prSet presAssocID="{11BD037B-033C-4AB6-9E8D-B5D0DD53430F}" presName="compNode" presStyleCnt="0"/>
      <dgm:spPr/>
    </dgm:pt>
    <dgm:pt modelId="{AAB5A6BA-5A19-4636-835A-CFE723680226}" type="pres">
      <dgm:prSet presAssocID="{11BD037B-033C-4AB6-9E8D-B5D0DD5343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19CE6DB-1527-486F-8CAF-AD3FB26C7E69}" type="pres">
      <dgm:prSet presAssocID="{11BD037B-033C-4AB6-9E8D-B5D0DD53430F}" presName="spaceRect" presStyleCnt="0"/>
      <dgm:spPr/>
    </dgm:pt>
    <dgm:pt modelId="{7CF904B9-9D7C-42B4-A1AE-9E83B8E145BD}" type="pres">
      <dgm:prSet presAssocID="{11BD037B-033C-4AB6-9E8D-B5D0DD53430F}" presName="textRect" presStyleLbl="revTx" presStyleIdx="1" presStyleCnt="3">
        <dgm:presLayoutVars>
          <dgm:chMax val="1"/>
          <dgm:chPref val="1"/>
        </dgm:presLayoutVars>
      </dgm:prSet>
      <dgm:spPr/>
    </dgm:pt>
    <dgm:pt modelId="{855D097E-2A6E-4FF9-BB54-C2586386C4AE}" type="pres">
      <dgm:prSet presAssocID="{85C8B99E-38D5-4C50-8895-DB192E1BE746}" presName="sibTrans" presStyleCnt="0"/>
      <dgm:spPr/>
    </dgm:pt>
    <dgm:pt modelId="{C3D34F7F-B9F6-40AB-9664-066A14750DD6}" type="pres">
      <dgm:prSet presAssocID="{401F2492-96A1-494E-A3D7-7E0C1DF60582}" presName="compNode" presStyleCnt="0"/>
      <dgm:spPr/>
    </dgm:pt>
    <dgm:pt modelId="{87E3240C-7C75-4B0A-9273-7E125E765100}" type="pres">
      <dgm:prSet presAssocID="{401F2492-96A1-494E-A3D7-7E0C1DF605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F5977B94-ACA4-4DF9-8FC3-AC772EB1CDEA}" type="pres">
      <dgm:prSet presAssocID="{401F2492-96A1-494E-A3D7-7E0C1DF60582}" presName="spaceRect" presStyleCnt="0"/>
      <dgm:spPr/>
    </dgm:pt>
    <dgm:pt modelId="{9CD09ADB-A518-420E-B6A8-4C00A04254DC}" type="pres">
      <dgm:prSet presAssocID="{401F2492-96A1-494E-A3D7-7E0C1DF6058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6640816-EB6D-489A-804D-E6B603A9718E}" srcId="{76DF5550-A537-4F4B-B4EB-3FF34C2AFA4B}" destId="{88AA8785-2700-4DAB-8F0B-AF0097839239}" srcOrd="0" destOrd="0" parTransId="{B3996FB5-239C-4C42-B80A-1D78DAC23F4D}" sibTransId="{64445C53-732A-4C0A-939A-5D1082F0B04E}"/>
    <dgm:cxn modelId="{79A2D724-3103-4921-852D-923DAEF9618E}" type="presOf" srcId="{88AA8785-2700-4DAB-8F0B-AF0097839239}" destId="{B6E47FA5-5046-401B-AA5F-DF2C8A34465A}" srcOrd="0" destOrd="0" presId="urn:microsoft.com/office/officeart/2018/2/layout/IconLabelList"/>
    <dgm:cxn modelId="{D28CCB3D-0D32-4B27-8437-724D3DEAD183}" srcId="{76DF5550-A537-4F4B-B4EB-3FF34C2AFA4B}" destId="{11BD037B-033C-4AB6-9E8D-B5D0DD53430F}" srcOrd="1" destOrd="0" parTransId="{6E0C573C-F999-4A60-9CC9-59D04C395389}" sibTransId="{85C8B99E-38D5-4C50-8895-DB192E1BE746}"/>
    <dgm:cxn modelId="{0E75355C-7CDF-45EB-98EF-163D2EFBA67D}" srcId="{76DF5550-A537-4F4B-B4EB-3FF34C2AFA4B}" destId="{401F2492-96A1-494E-A3D7-7E0C1DF60582}" srcOrd="2" destOrd="0" parTransId="{138485BF-BB97-4F40-824B-8965C4F1C8E7}" sibTransId="{B6949672-4678-4A77-B409-BB956ABD2EAA}"/>
    <dgm:cxn modelId="{E0FC044F-8C29-413A-A18E-E6F0DF64A76A}" type="presOf" srcId="{11BD037B-033C-4AB6-9E8D-B5D0DD53430F}" destId="{7CF904B9-9D7C-42B4-A1AE-9E83B8E145BD}" srcOrd="0" destOrd="0" presId="urn:microsoft.com/office/officeart/2018/2/layout/IconLabelList"/>
    <dgm:cxn modelId="{7722D48E-D815-4211-A235-D7128833AD8E}" type="presOf" srcId="{76DF5550-A537-4F4B-B4EB-3FF34C2AFA4B}" destId="{E0B01676-EE4C-426E-A5CA-8DD3893A5F17}" srcOrd="0" destOrd="0" presId="urn:microsoft.com/office/officeart/2018/2/layout/IconLabelList"/>
    <dgm:cxn modelId="{545D80F7-471A-448C-A488-420005AC7B9C}" type="presOf" srcId="{401F2492-96A1-494E-A3D7-7E0C1DF60582}" destId="{9CD09ADB-A518-420E-B6A8-4C00A04254DC}" srcOrd="0" destOrd="0" presId="urn:microsoft.com/office/officeart/2018/2/layout/IconLabelList"/>
    <dgm:cxn modelId="{13DEBCDE-7FC0-4F38-A3B7-4A53DAEE0626}" type="presParOf" srcId="{E0B01676-EE4C-426E-A5CA-8DD3893A5F17}" destId="{757F56A7-928A-4DE8-B4E9-9A5279DF54C5}" srcOrd="0" destOrd="0" presId="urn:microsoft.com/office/officeart/2018/2/layout/IconLabelList"/>
    <dgm:cxn modelId="{4A2C1FD7-DD0C-40D7-97D3-A3F2D26B57BB}" type="presParOf" srcId="{757F56A7-928A-4DE8-B4E9-9A5279DF54C5}" destId="{69A8A5C2-3E4D-40A6-9E92-0715973F0AAB}" srcOrd="0" destOrd="0" presId="urn:microsoft.com/office/officeart/2018/2/layout/IconLabelList"/>
    <dgm:cxn modelId="{BA760510-05F7-455B-8188-6F8F1EFB9CE3}" type="presParOf" srcId="{757F56A7-928A-4DE8-B4E9-9A5279DF54C5}" destId="{EADE5A3E-08A4-4D77-9045-592A359E8299}" srcOrd="1" destOrd="0" presId="urn:microsoft.com/office/officeart/2018/2/layout/IconLabelList"/>
    <dgm:cxn modelId="{7EB9DD1F-155C-4560-9B0E-EDD9BF6F1006}" type="presParOf" srcId="{757F56A7-928A-4DE8-B4E9-9A5279DF54C5}" destId="{B6E47FA5-5046-401B-AA5F-DF2C8A34465A}" srcOrd="2" destOrd="0" presId="urn:microsoft.com/office/officeart/2018/2/layout/IconLabelList"/>
    <dgm:cxn modelId="{BB17C35A-8AD0-469D-A5B3-CAD94B4CEAD9}" type="presParOf" srcId="{E0B01676-EE4C-426E-A5CA-8DD3893A5F17}" destId="{378785A4-A7E2-4A9B-B91D-32B78F09DA8C}" srcOrd="1" destOrd="0" presId="urn:microsoft.com/office/officeart/2018/2/layout/IconLabelList"/>
    <dgm:cxn modelId="{2ABB6AE6-8792-46D8-8040-97634CBBB28C}" type="presParOf" srcId="{E0B01676-EE4C-426E-A5CA-8DD3893A5F17}" destId="{7653DC99-93B5-447F-BFA6-9709F9B54D34}" srcOrd="2" destOrd="0" presId="urn:microsoft.com/office/officeart/2018/2/layout/IconLabelList"/>
    <dgm:cxn modelId="{CD25FA13-6BBB-4D5B-A224-6FDCEF034632}" type="presParOf" srcId="{7653DC99-93B5-447F-BFA6-9709F9B54D34}" destId="{AAB5A6BA-5A19-4636-835A-CFE723680226}" srcOrd="0" destOrd="0" presId="urn:microsoft.com/office/officeart/2018/2/layout/IconLabelList"/>
    <dgm:cxn modelId="{4DEA5AEA-BAD8-4582-88B9-851DBC501FCA}" type="presParOf" srcId="{7653DC99-93B5-447F-BFA6-9709F9B54D34}" destId="{219CE6DB-1527-486F-8CAF-AD3FB26C7E69}" srcOrd="1" destOrd="0" presId="urn:microsoft.com/office/officeart/2018/2/layout/IconLabelList"/>
    <dgm:cxn modelId="{97A575D0-E156-4A9E-A7DA-BF4520F5D122}" type="presParOf" srcId="{7653DC99-93B5-447F-BFA6-9709F9B54D34}" destId="{7CF904B9-9D7C-42B4-A1AE-9E83B8E145BD}" srcOrd="2" destOrd="0" presId="urn:microsoft.com/office/officeart/2018/2/layout/IconLabelList"/>
    <dgm:cxn modelId="{9E823FF1-884E-4537-A4AD-9450F855A1F4}" type="presParOf" srcId="{E0B01676-EE4C-426E-A5CA-8DD3893A5F17}" destId="{855D097E-2A6E-4FF9-BB54-C2586386C4AE}" srcOrd="3" destOrd="0" presId="urn:microsoft.com/office/officeart/2018/2/layout/IconLabelList"/>
    <dgm:cxn modelId="{D3491D7D-D6F3-4872-9AD8-CC61C1842C66}" type="presParOf" srcId="{E0B01676-EE4C-426E-A5CA-8DD3893A5F17}" destId="{C3D34F7F-B9F6-40AB-9664-066A14750DD6}" srcOrd="4" destOrd="0" presId="urn:microsoft.com/office/officeart/2018/2/layout/IconLabelList"/>
    <dgm:cxn modelId="{00750123-30F8-430B-9E12-1C912FDA90DA}" type="presParOf" srcId="{C3D34F7F-B9F6-40AB-9664-066A14750DD6}" destId="{87E3240C-7C75-4B0A-9273-7E125E765100}" srcOrd="0" destOrd="0" presId="urn:microsoft.com/office/officeart/2018/2/layout/IconLabelList"/>
    <dgm:cxn modelId="{79686593-EB65-42B3-927E-7D982174E1E0}" type="presParOf" srcId="{C3D34F7F-B9F6-40AB-9664-066A14750DD6}" destId="{F5977B94-ACA4-4DF9-8FC3-AC772EB1CDEA}" srcOrd="1" destOrd="0" presId="urn:microsoft.com/office/officeart/2018/2/layout/IconLabelList"/>
    <dgm:cxn modelId="{15C7E175-AA7D-40FB-A56E-A11A84CA8098}" type="presParOf" srcId="{C3D34F7F-B9F6-40AB-9664-066A14750DD6}" destId="{9CD09ADB-A518-420E-B6A8-4C00A04254D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FC13F9A-2DA7-4885-8CB4-9EF92573B95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34E9D0-6190-4A2E-93BA-0E7E8FBA010A}">
      <dgm:prSet/>
      <dgm:spPr/>
      <dgm:t>
        <a:bodyPr/>
        <a:lstStyle/>
        <a:p>
          <a:r>
            <a:rPr lang="en-US"/>
            <a:t>Arquitetura sólida</a:t>
          </a:r>
        </a:p>
      </dgm:t>
    </dgm:pt>
    <dgm:pt modelId="{06C9CD0B-8E90-4F5F-8DC9-240D9B4AC6DC}" type="parTrans" cxnId="{B05DEFED-0707-41E4-8063-29F1A6E1449F}">
      <dgm:prSet/>
      <dgm:spPr/>
      <dgm:t>
        <a:bodyPr/>
        <a:lstStyle/>
        <a:p>
          <a:endParaRPr lang="en-US"/>
        </a:p>
      </dgm:t>
    </dgm:pt>
    <dgm:pt modelId="{403651F6-DD4D-46F5-A1EE-2C898C19422E}" type="sibTrans" cxnId="{B05DEFED-0707-41E4-8063-29F1A6E1449F}">
      <dgm:prSet/>
      <dgm:spPr/>
      <dgm:t>
        <a:bodyPr/>
        <a:lstStyle/>
        <a:p>
          <a:endParaRPr lang="en-US"/>
        </a:p>
      </dgm:t>
    </dgm:pt>
    <dgm:pt modelId="{4A410759-2A1A-43AC-AA25-B6C1FB51CF73}">
      <dgm:prSet/>
      <dgm:spPr/>
      <dgm:t>
        <a:bodyPr/>
        <a:lstStyle/>
        <a:p>
          <a:r>
            <a:rPr lang="en-US"/>
            <a:t>Pronta para escala</a:t>
          </a:r>
        </a:p>
      </dgm:t>
    </dgm:pt>
    <dgm:pt modelId="{1C648C0B-28C2-4A82-86D3-B0859A615675}" type="parTrans" cxnId="{C27CD635-D88E-48F0-A151-D551B7CC2955}">
      <dgm:prSet/>
      <dgm:spPr/>
      <dgm:t>
        <a:bodyPr/>
        <a:lstStyle/>
        <a:p>
          <a:endParaRPr lang="en-US"/>
        </a:p>
      </dgm:t>
    </dgm:pt>
    <dgm:pt modelId="{9F853100-011D-41EE-ACD4-8FB60482B49B}" type="sibTrans" cxnId="{C27CD635-D88E-48F0-A151-D551B7CC2955}">
      <dgm:prSet/>
      <dgm:spPr/>
      <dgm:t>
        <a:bodyPr/>
        <a:lstStyle/>
        <a:p>
          <a:endParaRPr lang="en-US"/>
        </a:p>
      </dgm:t>
    </dgm:pt>
    <dgm:pt modelId="{F606FC9D-830F-4A01-98D8-1664371D13FE}">
      <dgm:prSet/>
      <dgm:spPr/>
      <dgm:t>
        <a:bodyPr/>
        <a:lstStyle/>
        <a:p>
          <a:r>
            <a:rPr lang="en-US"/>
            <a:t>Impacto em saúde</a:t>
          </a:r>
        </a:p>
      </dgm:t>
    </dgm:pt>
    <dgm:pt modelId="{11D33FF5-38E3-41CF-8B49-10EFB1D1C4DE}" type="parTrans" cxnId="{A81C02D4-8AD4-4860-B228-A6B7B384075A}">
      <dgm:prSet/>
      <dgm:spPr/>
      <dgm:t>
        <a:bodyPr/>
        <a:lstStyle/>
        <a:p>
          <a:endParaRPr lang="en-US"/>
        </a:p>
      </dgm:t>
    </dgm:pt>
    <dgm:pt modelId="{0AD12098-F027-45BD-8B80-18E6D9F66DCD}" type="sibTrans" cxnId="{A81C02D4-8AD4-4860-B228-A6B7B384075A}">
      <dgm:prSet/>
      <dgm:spPr/>
      <dgm:t>
        <a:bodyPr/>
        <a:lstStyle/>
        <a:p>
          <a:endParaRPr lang="en-US"/>
        </a:p>
      </dgm:t>
    </dgm:pt>
    <dgm:pt modelId="{0D1E7E29-67CA-48CA-94FB-9FE2E91A977D}" type="pres">
      <dgm:prSet presAssocID="{1FC13F9A-2DA7-4885-8CB4-9EF92573B95D}" presName="cycle" presStyleCnt="0">
        <dgm:presLayoutVars>
          <dgm:dir/>
          <dgm:resizeHandles val="exact"/>
        </dgm:presLayoutVars>
      </dgm:prSet>
      <dgm:spPr/>
    </dgm:pt>
    <dgm:pt modelId="{FB806CB6-BBD6-4359-8B93-5F85E9B8E6E1}" type="pres">
      <dgm:prSet presAssocID="{BD34E9D0-6190-4A2E-93BA-0E7E8FBA010A}" presName="dummy" presStyleCnt="0"/>
      <dgm:spPr/>
    </dgm:pt>
    <dgm:pt modelId="{7CA0D7CC-E66D-4861-9005-49F8D7AD995D}" type="pres">
      <dgm:prSet presAssocID="{BD34E9D0-6190-4A2E-93BA-0E7E8FBA010A}" presName="node" presStyleLbl="revTx" presStyleIdx="0" presStyleCnt="3">
        <dgm:presLayoutVars>
          <dgm:bulletEnabled val="1"/>
        </dgm:presLayoutVars>
      </dgm:prSet>
      <dgm:spPr/>
    </dgm:pt>
    <dgm:pt modelId="{6A685CF5-C0BA-4197-B12F-853AACDF3CB7}" type="pres">
      <dgm:prSet presAssocID="{403651F6-DD4D-46F5-A1EE-2C898C19422E}" presName="sibTrans" presStyleLbl="node1" presStyleIdx="0" presStyleCnt="3"/>
      <dgm:spPr/>
    </dgm:pt>
    <dgm:pt modelId="{A2681626-148F-4425-86D1-D9B8848F0125}" type="pres">
      <dgm:prSet presAssocID="{4A410759-2A1A-43AC-AA25-B6C1FB51CF73}" presName="dummy" presStyleCnt="0"/>
      <dgm:spPr/>
    </dgm:pt>
    <dgm:pt modelId="{E4090904-7F67-4421-BCD0-98E923DD76F4}" type="pres">
      <dgm:prSet presAssocID="{4A410759-2A1A-43AC-AA25-B6C1FB51CF73}" presName="node" presStyleLbl="revTx" presStyleIdx="1" presStyleCnt="3">
        <dgm:presLayoutVars>
          <dgm:bulletEnabled val="1"/>
        </dgm:presLayoutVars>
      </dgm:prSet>
      <dgm:spPr/>
    </dgm:pt>
    <dgm:pt modelId="{ABCD899A-0253-47B9-94E1-DA9FA1125009}" type="pres">
      <dgm:prSet presAssocID="{9F853100-011D-41EE-ACD4-8FB60482B49B}" presName="sibTrans" presStyleLbl="node1" presStyleIdx="1" presStyleCnt="3" custLinFactNeighborX="0" custLinFactNeighborY="46"/>
      <dgm:spPr/>
    </dgm:pt>
    <dgm:pt modelId="{90EB83E8-86B8-4044-A9DB-6B4046D16BA4}" type="pres">
      <dgm:prSet presAssocID="{F606FC9D-830F-4A01-98D8-1664371D13FE}" presName="dummy" presStyleCnt="0"/>
      <dgm:spPr/>
    </dgm:pt>
    <dgm:pt modelId="{BB20BF8A-145F-413A-B71A-E4C3B4C50EFF}" type="pres">
      <dgm:prSet presAssocID="{F606FC9D-830F-4A01-98D8-1664371D13FE}" presName="node" presStyleLbl="revTx" presStyleIdx="2" presStyleCnt="3">
        <dgm:presLayoutVars>
          <dgm:bulletEnabled val="1"/>
        </dgm:presLayoutVars>
      </dgm:prSet>
      <dgm:spPr/>
    </dgm:pt>
    <dgm:pt modelId="{97D2D761-0145-49C0-943F-DB9577D3D205}" type="pres">
      <dgm:prSet presAssocID="{0AD12098-F027-45BD-8B80-18E6D9F66DCD}" presName="sibTrans" presStyleLbl="node1" presStyleIdx="2" presStyleCnt="3"/>
      <dgm:spPr/>
    </dgm:pt>
  </dgm:ptLst>
  <dgm:cxnLst>
    <dgm:cxn modelId="{9FF9B609-AA1D-4DA1-AAB8-F1A1B39B5CF1}" type="presOf" srcId="{1FC13F9A-2DA7-4885-8CB4-9EF92573B95D}" destId="{0D1E7E29-67CA-48CA-94FB-9FE2E91A977D}" srcOrd="0" destOrd="0" presId="urn:microsoft.com/office/officeart/2005/8/layout/cycle1"/>
    <dgm:cxn modelId="{5C2F1D14-6698-456B-A88E-8BB753C1A372}" type="presOf" srcId="{F606FC9D-830F-4A01-98D8-1664371D13FE}" destId="{BB20BF8A-145F-413A-B71A-E4C3B4C50EFF}" srcOrd="0" destOrd="0" presId="urn:microsoft.com/office/officeart/2005/8/layout/cycle1"/>
    <dgm:cxn modelId="{DEF05317-A1F5-45F8-986E-F61BC198A108}" type="presOf" srcId="{0AD12098-F027-45BD-8B80-18E6D9F66DCD}" destId="{97D2D761-0145-49C0-943F-DB9577D3D205}" srcOrd="0" destOrd="0" presId="urn:microsoft.com/office/officeart/2005/8/layout/cycle1"/>
    <dgm:cxn modelId="{C27CD635-D88E-48F0-A151-D551B7CC2955}" srcId="{1FC13F9A-2DA7-4885-8CB4-9EF92573B95D}" destId="{4A410759-2A1A-43AC-AA25-B6C1FB51CF73}" srcOrd="1" destOrd="0" parTransId="{1C648C0B-28C2-4A82-86D3-B0859A615675}" sibTransId="{9F853100-011D-41EE-ACD4-8FB60482B49B}"/>
    <dgm:cxn modelId="{8B582568-9428-497A-897E-C9FB64162534}" type="presOf" srcId="{4A410759-2A1A-43AC-AA25-B6C1FB51CF73}" destId="{E4090904-7F67-4421-BCD0-98E923DD76F4}" srcOrd="0" destOrd="0" presId="urn:microsoft.com/office/officeart/2005/8/layout/cycle1"/>
    <dgm:cxn modelId="{2FD9F05A-B281-4822-9F4C-D05FA067D6F6}" type="presOf" srcId="{BD34E9D0-6190-4A2E-93BA-0E7E8FBA010A}" destId="{7CA0D7CC-E66D-4861-9005-49F8D7AD995D}" srcOrd="0" destOrd="0" presId="urn:microsoft.com/office/officeart/2005/8/layout/cycle1"/>
    <dgm:cxn modelId="{F148B8C4-8B68-432A-8D68-02A522551BEF}" type="presOf" srcId="{403651F6-DD4D-46F5-A1EE-2C898C19422E}" destId="{6A685CF5-C0BA-4197-B12F-853AACDF3CB7}" srcOrd="0" destOrd="0" presId="urn:microsoft.com/office/officeart/2005/8/layout/cycle1"/>
    <dgm:cxn modelId="{D56EA7D3-EE77-4E85-9394-FE8B24E6C259}" type="presOf" srcId="{9F853100-011D-41EE-ACD4-8FB60482B49B}" destId="{ABCD899A-0253-47B9-94E1-DA9FA1125009}" srcOrd="0" destOrd="0" presId="urn:microsoft.com/office/officeart/2005/8/layout/cycle1"/>
    <dgm:cxn modelId="{A81C02D4-8AD4-4860-B228-A6B7B384075A}" srcId="{1FC13F9A-2DA7-4885-8CB4-9EF92573B95D}" destId="{F606FC9D-830F-4A01-98D8-1664371D13FE}" srcOrd="2" destOrd="0" parTransId="{11D33FF5-38E3-41CF-8B49-10EFB1D1C4DE}" sibTransId="{0AD12098-F027-45BD-8B80-18E6D9F66DCD}"/>
    <dgm:cxn modelId="{B05DEFED-0707-41E4-8063-29F1A6E1449F}" srcId="{1FC13F9A-2DA7-4885-8CB4-9EF92573B95D}" destId="{BD34E9D0-6190-4A2E-93BA-0E7E8FBA010A}" srcOrd="0" destOrd="0" parTransId="{06C9CD0B-8E90-4F5F-8DC9-240D9B4AC6DC}" sibTransId="{403651F6-DD4D-46F5-A1EE-2C898C19422E}"/>
    <dgm:cxn modelId="{4F2B62B2-7998-4A5D-8D40-E409C41DEB4B}" type="presParOf" srcId="{0D1E7E29-67CA-48CA-94FB-9FE2E91A977D}" destId="{FB806CB6-BBD6-4359-8B93-5F85E9B8E6E1}" srcOrd="0" destOrd="0" presId="urn:microsoft.com/office/officeart/2005/8/layout/cycle1"/>
    <dgm:cxn modelId="{1C9156C7-7F18-4CE6-976B-CA00B3967769}" type="presParOf" srcId="{0D1E7E29-67CA-48CA-94FB-9FE2E91A977D}" destId="{7CA0D7CC-E66D-4861-9005-49F8D7AD995D}" srcOrd="1" destOrd="0" presId="urn:microsoft.com/office/officeart/2005/8/layout/cycle1"/>
    <dgm:cxn modelId="{7CFD9765-410F-47F9-AB79-7C26620696EE}" type="presParOf" srcId="{0D1E7E29-67CA-48CA-94FB-9FE2E91A977D}" destId="{6A685CF5-C0BA-4197-B12F-853AACDF3CB7}" srcOrd="2" destOrd="0" presId="urn:microsoft.com/office/officeart/2005/8/layout/cycle1"/>
    <dgm:cxn modelId="{D93BF05D-B023-48DD-BDEA-70E2DE651C48}" type="presParOf" srcId="{0D1E7E29-67CA-48CA-94FB-9FE2E91A977D}" destId="{A2681626-148F-4425-86D1-D9B8848F0125}" srcOrd="3" destOrd="0" presId="urn:microsoft.com/office/officeart/2005/8/layout/cycle1"/>
    <dgm:cxn modelId="{E6CBA699-792C-4A70-8AAD-B0109FB6B481}" type="presParOf" srcId="{0D1E7E29-67CA-48CA-94FB-9FE2E91A977D}" destId="{E4090904-7F67-4421-BCD0-98E923DD76F4}" srcOrd="4" destOrd="0" presId="urn:microsoft.com/office/officeart/2005/8/layout/cycle1"/>
    <dgm:cxn modelId="{191CD077-B9DA-4F7D-8DC1-33FBE1AB8A15}" type="presParOf" srcId="{0D1E7E29-67CA-48CA-94FB-9FE2E91A977D}" destId="{ABCD899A-0253-47B9-94E1-DA9FA1125009}" srcOrd="5" destOrd="0" presId="urn:microsoft.com/office/officeart/2005/8/layout/cycle1"/>
    <dgm:cxn modelId="{687F9042-8947-43F0-BCC9-024BAF6855D0}" type="presParOf" srcId="{0D1E7E29-67CA-48CA-94FB-9FE2E91A977D}" destId="{90EB83E8-86B8-4044-A9DB-6B4046D16BA4}" srcOrd="6" destOrd="0" presId="urn:microsoft.com/office/officeart/2005/8/layout/cycle1"/>
    <dgm:cxn modelId="{3DB888A5-616B-406F-9881-3BE76F8090DF}" type="presParOf" srcId="{0D1E7E29-67CA-48CA-94FB-9FE2E91A977D}" destId="{BB20BF8A-145F-413A-B71A-E4C3B4C50EFF}" srcOrd="7" destOrd="0" presId="urn:microsoft.com/office/officeart/2005/8/layout/cycle1"/>
    <dgm:cxn modelId="{3D9E4268-C653-41F6-A455-C72C3CED78FA}" type="presParOf" srcId="{0D1E7E29-67CA-48CA-94FB-9FE2E91A977D}" destId="{97D2D761-0145-49C0-943F-DB9577D3D205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444B4-8694-4D65-A0A9-C6660AA2ABD4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C3A88-928A-40CF-8BAF-1931999D6D0E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Jornada fragmentada</a:t>
          </a:r>
        </a:p>
      </dsp:txBody>
      <dsp:txXfrm>
        <a:off x="298991" y="1277365"/>
        <a:ext cx="2219346" cy="1377989"/>
      </dsp:txXfrm>
    </dsp:sp>
    <dsp:sp modelId="{EC615689-FE5E-4700-B23C-6E1B07366472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87B79-203A-4E6C-9FFF-55FCCF79C9FB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Baixa acessibilidade</a:t>
          </a:r>
        </a:p>
      </dsp:txBody>
      <dsp:txXfrm>
        <a:off x="3116322" y="1277365"/>
        <a:ext cx="2219346" cy="1377989"/>
      </dsp:txXfrm>
    </dsp:sp>
    <dsp:sp modelId="{9EAAE583-3E78-459E-8D93-1132033EEAAC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9F362-B9B9-4F27-905F-D837D6732009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Pouca continuidade clínica</a:t>
          </a:r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D426A-CBA8-49EA-9DF1-C1AFB755A853}">
      <dsp:nvSpPr>
        <dsp:cNvPr id="0" name=""/>
        <dsp:cNvSpPr/>
      </dsp:nvSpPr>
      <dsp:spPr>
        <a:xfrm>
          <a:off x="0" y="1740743"/>
          <a:ext cx="469773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F6A78-A84F-471A-A2C4-133CC5A1D0F4}">
      <dsp:nvSpPr>
        <dsp:cNvPr id="0" name=""/>
        <dsp:cNvSpPr/>
      </dsp:nvSpPr>
      <dsp:spPr>
        <a:xfrm>
          <a:off x="234886" y="1445543"/>
          <a:ext cx="3288411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Plataforma digital integrada</a:t>
          </a:r>
        </a:p>
      </dsp:txBody>
      <dsp:txXfrm>
        <a:off x="263707" y="1474364"/>
        <a:ext cx="3230769" cy="532758"/>
      </dsp:txXfrm>
    </dsp:sp>
    <dsp:sp modelId="{D7B14095-ED96-47F6-87C6-A439085A29C8}">
      <dsp:nvSpPr>
        <dsp:cNvPr id="0" name=""/>
        <dsp:cNvSpPr/>
      </dsp:nvSpPr>
      <dsp:spPr>
        <a:xfrm>
          <a:off x="0" y="2647944"/>
          <a:ext cx="469773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4DCCB-3D8F-42FD-8C9A-067C38232EA1}">
      <dsp:nvSpPr>
        <dsp:cNvPr id="0" name=""/>
        <dsp:cNvSpPr/>
      </dsp:nvSpPr>
      <dsp:spPr>
        <a:xfrm>
          <a:off x="234886" y="2352743"/>
          <a:ext cx="3288411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IA como acelerador</a:t>
          </a:r>
        </a:p>
      </dsp:txBody>
      <dsp:txXfrm>
        <a:off x="263707" y="2381564"/>
        <a:ext cx="3230769" cy="532758"/>
      </dsp:txXfrm>
    </dsp:sp>
    <dsp:sp modelId="{12AB08EE-918C-4DFC-93BF-AC249CC4E0A9}">
      <dsp:nvSpPr>
        <dsp:cNvPr id="0" name=""/>
        <dsp:cNvSpPr/>
      </dsp:nvSpPr>
      <dsp:spPr>
        <a:xfrm>
          <a:off x="0" y="3555144"/>
          <a:ext cx="469773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ABD01-065B-452A-B432-674184C7D81A}">
      <dsp:nvSpPr>
        <dsp:cNvPr id="0" name=""/>
        <dsp:cNvSpPr/>
      </dsp:nvSpPr>
      <dsp:spPr>
        <a:xfrm>
          <a:off x="234886" y="3259944"/>
          <a:ext cx="3288411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Acolhimento humano</a:t>
          </a:r>
        </a:p>
      </dsp:txBody>
      <dsp:txXfrm>
        <a:off x="263707" y="3288765"/>
        <a:ext cx="3230769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57D4FA-9BE2-4DA5-9EC1-03396B9463B3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7CBBF4-5279-4CCE-BE53-D0175C603F2A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Pacientes</a:t>
          </a:r>
        </a:p>
      </dsp:txBody>
      <dsp:txXfrm>
        <a:off x="0" y="0"/>
        <a:ext cx="5000124" cy="1363480"/>
      </dsp:txXfrm>
    </dsp:sp>
    <dsp:sp modelId="{A9683D55-DC2E-4950-A0F4-16B36F44A661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EAFA7E-F6C6-47B5-AE2F-E2B073DBDB71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Profissionais</a:t>
          </a:r>
        </a:p>
      </dsp:txBody>
      <dsp:txXfrm>
        <a:off x="0" y="1363480"/>
        <a:ext cx="5000124" cy="1363480"/>
      </dsp:txXfrm>
    </dsp:sp>
    <dsp:sp modelId="{D9C5CB42-B751-4CB6-9B3D-3616347091AE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6309B8-D67D-4E44-8E14-AB75559DF8BB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Parceiros</a:t>
          </a:r>
        </a:p>
      </dsp:txBody>
      <dsp:txXfrm>
        <a:off x="0" y="2726960"/>
        <a:ext cx="5000124" cy="1363480"/>
      </dsp:txXfrm>
    </dsp:sp>
    <dsp:sp modelId="{D83B7EC0-CA00-4E57-B342-A5FC59D91337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6CA55F-C05A-4D3E-AD6C-FCFFB70F93E5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Plataforma Central</a:t>
          </a:r>
        </a:p>
      </dsp:txBody>
      <dsp:txXfrm>
        <a:off x="0" y="4090440"/>
        <a:ext cx="5000124" cy="13634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CA2C20-EA9B-4D46-8EF6-360434D7013B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07710-8FFD-4476-ABEA-E17DDED6066D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Frontend Web/Mobile</a:t>
          </a:r>
        </a:p>
      </dsp:txBody>
      <dsp:txXfrm>
        <a:off x="78583" y="2435142"/>
        <a:ext cx="2399612" cy="720000"/>
      </dsp:txXfrm>
    </dsp:sp>
    <dsp:sp modelId="{B415F53F-ABC5-4CD2-AA46-5184DE826DC7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F44B2-E569-4E67-A041-12AFB346D102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API Gateway</a:t>
          </a:r>
        </a:p>
      </dsp:txBody>
      <dsp:txXfrm>
        <a:off x="2898129" y="2435142"/>
        <a:ext cx="2399612" cy="720000"/>
      </dsp:txXfrm>
    </dsp:sp>
    <dsp:sp modelId="{FC6604D2-34C3-4B4A-820E-C1C49CF9C77F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8DD1E-685D-4649-ABD8-B71B5A782A67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Microsserviços Clínicos</a:t>
          </a:r>
        </a:p>
      </dsp:txBody>
      <dsp:txXfrm>
        <a:off x="5717674" y="2435142"/>
        <a:ext cx="239961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38FA6-16D8-4CCA-A65F-D981CE52A9FD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18CA3-DA81-4178-9E9E-6304900F0C19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Segurança e LGPD</a:t>
          </a:r>
        </a:p>
      </dsp:txBody>
      <dsp:txXfrm>
        <a:off x="78583" y="2435142"/>
        <a:ext cx="2399612" cy="720000"/>
      </dsp:txXfrm>
    </dsp:sp>
    <dsp:sp modelId="{9D527AF6-B4CD-4F31-9C2F-33F262E2472A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535D8-ECBC-4DAD-8F86-214BADAD7034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Escalabilidade</a:t>
          </a:r>
        </a:p>
      </dsp:txBody>
      <dsp:txXfrm>
        <a:off x="2898129" y="2435142"/>
        <a:ext cx="2399612" cy="720000"/>
      </dsp:txXfrm>
    </dsp:sp>
    <dsp:sp modelId="{05EEF1E7-3308-42F8-9CB8-EBF724FA3A8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AD040-A8A0-4FCF-A5A7-DBF8A668BD43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Alta disponibilidade</a:t>
          </a:r>
        </a:p>
      </dsp:txBody>
      <dsp:txXfrm>
        <a:off x="5717674" y="2435142"/>
        <a:ext cx="239961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1F7FE-2490-4CC8-949F-4CD5DC1E82E7}">
      <dsp:nvSpPr>
        <dsp:cNvPr id="0" name=""/>
        <dsp:cNvSpPr/>
      </dsp:nvSpPr>
      <dsp:spPr>
        <a:xfrm>
          <a:off x="0" y="1354343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77D2BB-BC3F-4CBC-9334-D02C96C66EBB}">
      <dsp:nvSpPr>
        <dsp:cNvPr id="0" name=""/>
        <dsp:cNvSpPr/>
      </dsp:nvSpPr>
      <dsp:spPr>
        <a:xfrm>
          <a:off x="246459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Fluxo ponta a ponta</a:t>
          </a:r>
        </a:p>
      </dsp:txBody>
      <dsp:txXfrm>
        <a:off x="287713" y="1629733"/>
        <a:ext cx="2135626" cy="1326007"/>
      </dsp:txXfrm>
    </dsp:sp>
    <dsp:sp modelId="{F2E68FA2-B7D5-4C7A-9DF8-1CD877814D5D}">
      <dsp:nvSpPr>
        <dsp:cNvPr id="0" name=""/>
        <dsp:cNvSpPr/>
      </dsp:nvSpPr>
      <dsp:spPr>
        <a:xfrm>
          <a:off x="2711053" y="1354343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D35B905-82FE-4EAA-886C-32E80E993BDD}">
      <dsp:nvSpPr>
        <dsp:cNvPr id="0" name=""/>
        <dsp:cNvSpPr/>
      </dsp:nvSpPr>
      <dsp:spPr>
        <a:xfrm>
          <a:off x="2957512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MVP validável</a:t>
          </a:r>
        </a:p>
      </dsp:txBody>
      <dsp:txXfrm>
        <a:off x="2998766" y="1629733"/>
        <a:ext cx="2135626" cy="1326007"/>
      </dsp:txXfrm>
    </dsp:sp>
    <dsp:sp modelId="{C354DF45-4A8C-4CD4-B47F-0780A9FDB6C4}">
      <dsp:nvSpPr>
        <dsp:cNvPr id="0" name=""/>
        <dsp:cNvSpPr/>
      </dsp:nvSpPr>
      <dsp:spPr>
        <a:xfrm>
          <a:off x="5422106" y="1354343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555C6B-3B7C-4E32-A381-48D651F74533}">
      <dsp:nvSpPr>
        <dsp:cNvPr id="0" name=""/>
        <dsp:cNvSpPr/>
      </dsp:nvSpPr>
      <dsp:spPr>
        <a:xfrm>
          <a:off x="5668565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Base produtiva</a:t>
          </a:r>
        </a:p>
      </dsp:txBody>
      <dsp:txXfrm>
        <a:off x="5709819" y="1629733"/>
        <a:ext cx="2135626" cy="13260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E8376-B9CB-44EC-9DF3-1CB70AA6D656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08606-E6DF-4124-AF3B-BBEBE5E194B2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Microsserviços</a:t>
          </a:r>
        </a:p>
      </dsp:txBody>
      <dsp:txXfrm>
        <a:off x="298991" y="1277365"/>
        <a:ext cx="2219346" cy="1377989"/>
      </dsp:txXfrm>
    </dsp:sp>
    <dsp:sp modelId="{7BF8D4C1-A946-4F93-910F-6C13DCF903C1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394FF-FCD2-4BE2-B71E-CF837ECD7AC9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Azure OpenAI</a:t>
          </a:r>
        </a:p>
      </dsp:txBody>
      <dsp:txXfrm>
        <a:off x="3116322" y="1277365"/>
        <a:ext cx="2219346" cy="1377989"/>
      </dsp:txXfrm>
    </dsp:sp>
    <dsp:sp modelId="{2C4F8A4C-A74D-478B-AA74-783514F97045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55C6B-8EA9-4D67-A6ED-F47B3F2F4461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Trade-offs controlados</a:t>
          </a:r>
        </a:p>
      </dsp:txBody>
      <dsp:txXfrm>
        <a:off x="5933653" y="1277365"/>
        <a:ext cx="2219346" cy="13779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8A5C2-3E4D-40A6-9E92-0715973F0AAB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47FA5-5046-401B-AA5F-DF2C8A34465A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Telemedicina</a:t>
          </a:r>
        </a:p>
      </dsp:txBody>
      <dsp:txXfrm>
        <a:off x="78583" y="2435142"/>
        <a:ext cx="2399612" cy="720000"/>
      </dsp:txXfrm>
    </dsp:sp>
    <dsp:sp modelId="{AAB5A6BA-5A19-4636-835A-CFE723680226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904B9-9D7C-42B4-A1AE-9E83B8E145BD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Modelos preditivos</a:t>
          </a:r>
        </a:p>
      </dsp:txBody>
      <dsp:txXfrm>
        <a:off x="2898129" y="2435142"/>
        <a:ext cx="2399612" cy="720000"/>
      </dsp:txXfrm>
    </dsp:sp>
    <dsp:sp modelId="{87E3240C-7C75-4B0A-9273-7E125E765100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09ADB-A518-420E-B6A8-4C00A04254DC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Marketplace</a:t>
          </a:r>
        </a:p>
      </dsp:txBody>
      <dsp:txXfrm>
        <a:off x="5717674" y="2435142"/>
        <a:ext cx="2399612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0D7CC-E66D-4861-9005-49F8D7AD995D}">
      <dsp:nvSpPr>
        <dsp:cNvPr id="0" name=""/>
        <dsp:cNvSpPr/>
      </dsp:nvSpPr>
      <dsp:spPr>
        <a:xfrm>
          <a:off x="4695402" y="333237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Arquitetura sólida</a:t>
          </a:r>
        </a:p>
      </dsp:txBody>
      <dsp:txXfrm>
        <a:off x="4695402" y="333237"/>
        <a:ext cx="1707802" cy="1707802"/>
      </dsp:txXfrm>
    </dsp:sp>
    <dsp:sp modelId="{6A685CF5-C0BA-4197-B12F-853AACDF3CB7}">
      <dsp:nvSpPr>
        <dsp:cNvPr id="0" name=""/>
        <dsp:cNvSpPr/>
      </dsp:nvSpPr>
      <dsp:spPr>
        <a:xfrm>
          <a:off x="2097603" y="-1846"/>
          <a:ext cx="4034392" cy="4034392"/>
        </a:xfrm>
        <a:prstGeom prst="circularArrow">
          <a:avLst>
            <a:gd name="adj1" fmla="val 8255"/>
            <a:gd name="adj2" fmla="val 576638"/>
            <a:gd name="adj3" fmla="val 2961472"/>
            <a:gd name="adj4" fmla="val 53319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90904-7F67-4421-BCD0-98E923DD76F4}">
      <dsp:nvSpPr>
        <dsp:cNvPr id="0" name=""/>
        <dsp:cNvSpPr/>
      </dsp:nvSpPr>
      <dsp:spPr>
        <a:xfrm>
          <a:off x="3260898" y="2817871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Pronta para escala</a:t>
          </a:r>
        </a:p>
      </dsp:txBody>
      <dsp:txXfrm>
        <a:off x="3260898" y="2817871"/>
        <a:ext cx="1707802" cy="1707802"/>
      </dsp:txXfrm>
    </dsp:sp>
    <dsp:sp modelId="{ABCD899A-0253-47B9-94E1-DA9FA1125009}">
      <dsp:nvSpPr>
        <dsp:cNvPr id="0" name=""/>
        <dsp:cNvSpPr/>
      </dsp:nvSpPr>
      <dsp:spPr>
        <a:xfrm>
          <a:off x="2097603" y="9"/>
          <a:ext cx="4034392" cy="4034392"/>
        </a:xfrm>
        <a:prstGeom prst="circularArrow">
          <a:avLst>
            <a:gd name="adj1" fmla="val 8255"/>
            <a:gd name="adj2" fmla="val 576638"/>
            <a:gd name="adj3" fmla="val 10170043"/>
            <a:gd name="adj4" fmla="val 7261890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0BF8A-145F-413A-B71A-E4C3B4C50EFF}">
      <dsp:nvSpPr>
        <dsp:cNvPr id="0" name=""/>
        <dsp:cNvSpPr/>
      </dsp:nvSpPr>
      <dsp:spPr>
        <a:xfrm>
          <a:off x="1826394" y="333237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Impacto em saúde</a:t>
          </a:r>
        </a:p>
      </dsp:txBody>
      <dsp:txXfrm>
        <a:off x="1826394" y="333237"/>
        <a:ext cx="1707802" cy="1707802"/>
      </dsp:txXfrm>
    </dsp:sp>
    <dsp:sp modelId="{97D2D761-0145-49C0-943F-DB9577D3D205}">
      <dsp:nvSpPr>
        <dsp:cNvPr id="0" name=""/>
        <dsp:cNvSpPr/>
      </dsp:nvSpPr>
      <dsp:spPr>
        <a:xfrm>
          <a:off x="2097603" y="-1846"/>
          <a:ext cx="4034392" cy="4034392"/>
        </a:xfrm>
        <a:prstGeom prst="circularArrow">
          <a:avLst>
            <a:gd name="adj1" fmla="val 8255"/>
            <a:gd name="adj2" fmla="val 576638"/>
            <a:gd name="adj3" fmla="val 16854496"/>
            <a:gd name="adj4" fmla="val 14968867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286" y="467271"/>
            <a:ext cx="3146755" cy="205252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200"/>
              <a:t>Clínica Digital Arquitetura de Solução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2223" y="554152"/>
            <a:ext cx="4306642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trutura do DNA molecular">
            <a:extLst>
              <a:ext uri="{FF2B5EF4-FFF2-40B4-BE49-F238E27FC236}">
                <a16:creationId xmlns:a16="http://schemas.microsoft.com/office/drawing/2014/main" id="{1BE07EF3-5317-27A6-B055-2F8D0D8FC6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14" r="30023" b="-2"/>
          <a:stretch>
            <a:fillRect/>
          </a:stretch>
        </p:blipFill>
        <p:spPr>
          <a:xfrm>
            <a:off x="379063" y="554151"/>
            <a:ext cx="4306642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0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17" y="703679"/>
            <a:ext cx="128636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064" y="1562696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3286" y="2990818"/>
            <a:ext cx="3771651" cy="2913872"/>
          </a:xfrm>
        </p:spPr>
        <p:txBody>
          <a:bodyPr anchor="t">
            <a:normAutofit/>
          </a:bodyPr>
          <a:lstStyle/>
          <a:p>
            <a:r>
              <a:rPr lang="pt-BR" sz="2400" dirty="0">
                <a:solidFill>
                  <a:schemeClr val="tx1">
                    <a:alpha val="80000"/>
                  </a:schemeClr>
                </a:solidFill>
              </a:rPr>
              <a:t>Rede de Acolhimento Inteligente</a:t>
            </a:r>
          </a:p>
          <a:p>
            <a:r>
              <a:rPr lang="pt-BR" sz="2400" dirty="0">
                <a:solidFill>
                  <a:schemeClr val="tx1">
                    <a:alpha val="80000"/>
                  </a:schemeClr>
                </a:solidFill>
              </a:rPr>
              <a:t>Saúde Reprodutiva Integrada</a:t>
            </a:r>
          </a:p>
          <a:p>
            <a:r>
              <a:rPr lang="pt-BR" sz="2400" dirty="0">
                <a:solidFill>
                  <a:schemeClr val="tx1">
                    <a:alpha val="80000"/>
                  </a:schemeClr>
                </a:solidFill>
              </a:rPr>
              <a:t>Visão Executiva e Técnica</a:t>
            </a:r>
          </a:p>
        </p:txBody>
      </p:sp>
      <p:sp>
        <p:nvSpPr>
          <p:cNvPr id="24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0611" y="5775082"/>
            <a:ext cx="84320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6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Problema de Negócio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2A81E8-CA3A-3447-3E02-778D30EDD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58239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pt-BR" sz="4500"/>
              <a:t>Proposta de Valor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A0386B-4B78-6DCE-EA87-C35B33693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199657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500">
                <a:solidFill>
                  <a:srgbClr val="FFFFFF"/>
                </a:solidFill>
              </a:rPr>
              <a:t>Arquitetura – Diagrama de Contexto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0B60BB-1EAC-A0EB-4E42-1F95E7F425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59952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Arquitetura da Aplicação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F7A1D2-9DE3-3CCF-68D3-F6FE23F19D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7027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anchor="b">
            <a:normAutofit/>
          </a:bodyPr>
          <a:lstStyle/>
          <a:p>
            <a:r>
              <a:rPr lang="pt-BR" sz="2800"/>
              <a:t>Uso de IA na Solução</a:t>
            </a:r>
          </a:p>
        </p:txBody>
      </p:sp>
      <p:pic>
        <p:nvPicPr>
          <p:cNvPr id="5" name="Picture 4" descr="Armazenamento e fabricação de vacinas">
            <a:extLst>
              <a:ext uri="{FF2B5EF4-FFF2-40B4-BE49-F238E27FC236}">
                <a16:creationId xmlns:a16="http://schemas.microsoft.com/office/drawing/2014/main" id="{070EDBE3-AF19-5A6D-C9C8-30952DEF7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35" r="18616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8340" y="2533476"/>
            <a:ext cx="3535639" cy="3447832"/>
          </a:xfrm>
        </p:spPr>
        <p:txBody>
          <a:bodyPr anchor="t">
            <a:normAutofit/>
          </a:bodyPr>
          <a:lstStyle/>
          <a:p>
            <a:r>
              <a:rPr lang="pt-BR" sz="2400" dirty="0"/>
              <a:t>Triagem inteligente</a:t>
            </a:r>
          </a:p>
          <a:p>
            <a:r>
              <a:rPr lang="pt-BR" sz="2400" dirty="0" err="1"/>
              <a:t>Matching</a:t>
            </a:r>
            <a:endParaRPr lang="pt-BR" sz="2400" dirty="0"/>
          </a:p>
          <a:p>
            <a:r>
              <a:rPr lang="pt-BR" sz="2400" dirty="0"/>
              <a:t>Copiloto clínico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Infraestrutura Cloud – Azure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C36239-F8AA-F19D-5E90-8BBB7D73F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98075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41ABC9-B521-612C-E8B1-E7232D784E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0690" r="30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POC em Funcionamento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FEF6E1-D68D-9B91-B284-EF6AEDE01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52120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Decisões Arquiteturais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4ED9D4-C1DB-8FF2-048C-8D5C8FCBD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96263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Roadmap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63D797-B12E-5539-73E9-EF346C1AE4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8785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Encerramento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72352C-9BDE-6516-CEDD-7CB79E63F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43030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110</Words>
  <Application>Microsoft Office PowerPoint</Application>
  <PresentationFormat>Apresentação na tela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Clínica Digital Arquitetura de Solução</vt:lpstr>
      <vt:lpstr>Problema de Negócio</vt:lpstr>
      <vt:lpstr>Proposta de Valor</vt:lpstr>
      <vt:lpstr>Arquitetura – Diagrama de Contexto</vt:lpstr>
      <vt:lpstr>Arquitetura da Aplicação</vt:lpstr>
      <vt:lpstr>Uso de IA na Solução</vt:lpstr>
      <vt:lpstr>Infraestrutura Cloud – Azure</vt:lpstr>
      <vt:lpstr>POC em Funcionamento</vt:lpstr>
      <vt:lpstr>Decisões Arquiteturais</vt:lpstr>
      <vt:lpstr>Roadmap</vt:lpstr>
      <vt:lpstr>Encerramento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Luis Monteiro Pinto</cp:lastModifiedBy>
  <cp:revision>2</cp:revision>
  <dcterms:created xsi:type="dcterms:W3CDTF">2013-01-27T09:14:16Z</dcterms:created>
  <dcterms:modified xsi:type="dcterms:W3CDTF">2025-12-15T13:54:00Z</dcterms:modified>
  <cp:category/>
</cp:coreProperties>
</file>